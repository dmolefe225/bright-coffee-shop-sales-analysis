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3E79FD-BE25-4213-8A86-B3FBE503457F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42A6C30-AD8F-4444-A465-B7E9C855588C}">
      <dgm:prSet/>
      <dgm:spPr/>
      <dgm:t>
        <a:bodyPr/>
        <a:lstStyle/>
        <a:p>
          <a:r>
            <a:rPr lang="en-US"/>
            <a:t>PROJECT OVERVIEW.....01</a:t>
          </a:r>
        </a:p>
      </dgm:t>
    </dgm:pt>
    <dgm:pt modelId="{928510C6-A811-4F46-9047-A571C904BB87}" type="parTrans" cxnId="{2356AC4E-F68F-431F-930E-489DD4710AB0}">
      <dgm:prSet/>
      <dgm:spPr/>
      <dgm:t>
        <a:bodyPr/>
        <a:lstStyle/>
        <a:p>
          <a:endParaRPr lang="en-US"/>
        </a:p>
      </dgm:t>
    </dgm:pt>
    <dgm:pt modelId="{4BE92AAB-ECDE-4EFD-851D-647CA50F3CB3}" type="sibTrans" cxnId="{2356AC4E-F68F-431F-930E-489DD4710AB0}">
      <dgm:prSet/>
      <dgm:spPr/>
      <dgm:t>
        <a:bodyPr/>
        <a:lstStyle/>
        <a:p>
          <a:endParaRPr lang="en-US"/>
        </a:p>
      </dgm:t>
    </dgm:pt>
    <dgm:pt modelId="{B5CE7028-F770-4639-AD7D-24081D79C729}">
      <dgm:prSet/>
      <dgm:spPr/>
      <dgm:t>
        <a:bodyPr/>
        <a:lstStyle/>
        <a:p>
          <a:r>
            <a:rPr lang="en-US"/>
            <a:t>OBJECTIVES…..02</a:t>
          </a:r>
        </a:p>
      </dgm:t>
    </dgm:pt>
    <dgm:pt modelId="{16EEBD7E-904E-4F3B-9521-5B1F0F7C437E}" type="parTrans" cxnId="{78805BC7-FB5D-4FBF-99B2-973A96EF9BC9}">
      <dgm:prSet/>
      <dgm:spPr/>
      <dgm:t>
        <a:bodyPr/>
        <a:lstStyle/>
        <a:p>
          <a:endParaRPr lang="en-US"/>
        </a:p>
      </dgm:t>
    </dgm:pt>
    <dgm:pt modelId="{257ADD81-8F4C-4BE1-840A-7DBEE5E56BE1}" type="sibTrans" cxnId="{78805BC7-FB5D-4FBF-99B2-973A96EF9BC9}">
      <dgm:prSet/>
      <dgm:spPr/>
      <dgm:t>
        <a:bodyPr/>
        <a:lstStyle/>
        <a:p>
          <a:endParaRPr lang="en-US"/>
        </a:p>
      </dgm:t>
    </dgm:pt>
    <dgm:pt modelId="{92520F26-88B5-428F-A9E0-38D631182B1C}">
      <dgm:prSet/>
      <dgm:spPr/>
      <dgm:t>
        <a:bodyPr/>
        <a:lstStyle/>
        <a:p>
          <a:r>
            <a:rPr lang="en-US"/>
            <a:t>DATASET OVERVIEW…..03</a:t>
          </a:r>
        </a:p>
      </dgm:t>
    </dgm:pt>
    <dgm:pt modelId="{B5D93A7A-A409-4C05-A00B-04105F046131}" type="parTrans" cxnId="{69FB3411-3BB3-4DAE-9617-B5B9720FD138}">
      <dgm:prSet/>
      <dgm:spPr/>
      <dgm:t>
        <a:bodyPr/>
        <a:lstStyle/>
        <a:p>
          <a:endParaRPr lang="en-US"/>
        </a:p>
      </dgm:t>
    </dgm:pt>
    <dgm:pt modelId="{67FDB6E5-E78A-4FF9-B610-20559ED5126F}" type="sibTrans" cxnId="{69FB3411-3BB3-4DAE-9617-B5B9720FD138}">
      <dgm:prSet/>
      <dgm:spPr/>
      <dgm:t>
        <a:bodyPr/>
        <a:lstStyle/>
        <a:p>
          <a:endParaRPr lang="en-US"/>
        </a:p>
      </dgm:t>
    </dgm:pt>
    <dgm:pt modelId="{2BA26C7B-A5C4-4FA0-BAE8-40B6E2313432}">
      <dgm:prSet/>
      <dgm:spPr/>
      <dgm:t>
        <a:bodyPr/>
        <a:lstStyle/>
        <a:p>
          <a:r>
            <a:rPr lang="en-US"/>
            <a:t>METHODOLOGY…..04</a:t>
          </a:r>
        </a:p>
      </dgm:t>
    </dgm:pt>
    <dgm:pt modelId="{1F238960-3FB3-4723-BD38-5EF0685CBFF1}" type="parTrans" cxnId="{8229668B-2574-4BDA-A4E3-A7D715866D66}">
      <dgm:prSet/>
      <dgm:spPr/>
      <dgm:t>
        <a:bodyPr/>
        <a:lstStyle/>
        <a:p>
          <a:endParaRPr lang="en-US"/>
        </a:p>
      </dgm:t>
    </dgm:pt>
    <dgm:pt modelId="{38DED95F-E7E5-449E-83E4-67D3666BBB97}" type="sibTrans" cxnId="{8229668B-2574-4BDA-A4E3-A7D715866D66}">
      <dgm:prSet/>
      <dgm:spPr/>
      <dgm:t>
        <a:bodyPr/>
        <a:lstStyle/>
        <a:p>
          <a:endParaRPr lang="en-US"/>
        </a:p>
      </dgm:t>
    </dgm:pt>
    <dgm:pt modelId="{3493AB33-C8E2-4E12-A898-EEF2E2998324}">
      <dgm:prSet/>
      <dgm:spPr/>
      <dgm:t>
        <a:bodyPr/>
        <a:lstStyle/>
        <a:p>
          <a:r>
            <a:rPr lang="en-US"/>
            <a:t>DATA PROCESSING…..05</a:t>
          </a:r>
        </a:p>
      </dgm:t>
    </dgm:pt>
    <dgm:pt modelId="{2B29180B-0EDA-4D14-B6C3-F2E33CA82FAE}" type="parTrans" cxnId="{25F6D926-0B8F-41DF-BC8A-A9E004184E7C}">
      <dgm:prSet/>
      <dgm:spPr/>
      <dgm:t>
        <a:bodyPr/>
        <a:lstStyle/>
        <a:p>
          <a:endParaRPr lang="en-US"/>
        </a:p>
      </dgm:t>
    </dgm:pt>
    <dgm:pt modelId="{E985D83A-FC78-451E-9A5C-6015B002D909}" type="sibTrans" cxnId="{25F6D926-0B8F-41DF-BC8A-A9E004184E7C}">
      <dgm:prSet/>
      <dgm:spPr/>
      <dgm:t>
        <a:bodyPr/>
        <a:lstStyle/>
        <a:p>
          <a:endParaRPr lang="en-US"/>
        </a:p>
      </dgm:t>
    </dgm:pt>
    <dgm:pt modelId="{D12904A0-88BE-4227-9762-E2DAAF4DFDA9}">
      <dgm:prSet/>
      <dgm:spPr/>
      <dgm:t>
        <a:bodyPr/>
        <a:lstStyle/>
        <a:p>
          <a:r>
            <a:rPr lang="en-US"/>
            <a:t>REVENUE ANALYSIS…..06</a:t>
          </a:r>
        </a:p>
      </dgm:t>
    </dgm:pt>
    <dgm:pt modelId="{AA7552B9-1E2C-4AA9-A715-190BB3084BE2}" type="parTrans" cxnId="{F1D1A0A9-F65F-4C23-9EC1-5150B889790D}">
      <dgm:prSet/>
      <dgm:spPr/>
      <dgm:t>
        <a:bodyPr/>
        <a:lstStyle/>
        <a:p>
          <a:endParaRPr lang="en-US"/>
        </a:p>
      </dgm:t>
    </dgm:pt>
    <dgm:pt modelId="{BB16EC7D-A8D6-4FCD-8F3C-01E9EB916C5D}" type="sibTrans" cxnId="{F1D1A0A9-F65F-4C23-9EC1-5150B889790D}">
      <dgm:prSet/>
      <dgm:spPr/>
      <dgm:t>
        <a:bodyPr/>
        <a:lstStyle/>
        <a:p>
          <a:endParaRPr lang="en-US"/>
        </a:p>
      </dgm:t>
    </dgm:pt>
    <dgm:pt modelId="{380B131D-4514-48FD-A5D9-B2990A1CFEDB}">
      <dgm:prSet/>
      <dgm:spPr/>
      <dgm:t>
        <a:bodyPr/>
        <a:lstStyle/>
        <a:p>
          <a:r>
            <a:rPr lang="en-US"/>
            <a:t>PRODUCT PERFORMANCE…..07</a:t>
          </a:r>
        </a:p>
      </dgm:t>
    </dgm:pt>
    <dgm:pt modelId="{35E2554E-1A2C-4725-B594-AD7B08B03F5B}" type="parTrans" cxnId="{7544FD73-106D-46F0-AABE-733340FE11CB}">
      <dgm:prSet/>
      <dgm:spPr/>
      <dgm:t>
        <a:bodyPr/>
        <a:lstStyle/>
        <a:p>
          <a:endParaRPr lang="en-US"/>
        </a:p>
      </dgm:t>
    </dgm:pt>
    <dgm:pt modelId="{AB1A618B-BFBC-45CE-BEEA-340A62E3E66B}" type="sibTrans" cxnId="{7544FD73-106D-46F0-AABE-733340FE11CB}">
      <dgm:prSet/>
      <dgm:spPr/>
      <dgm:t>
        <a:bodyPr/>
        <a:lstStyle/>
        <a:p>
          <a:endParaRPr lang="en-US"/>
        </a:p>
      </dgm:t>
    </dgm:pt>
    <dgm:pt modelId="{FA289384-6299-4ABA-9C75-2C89BF575B92}">
      <dgm:prSet/>
      <dgm:spPr/>
      <dgm:t>
        <a:bodyPr/>
        <a:lstStyle/>
        <a:p>
          <a:r>
            <a:rPr lang="en-US"/>
            <a:t>TIME-BASED ANALYSIS…..08</a:t>
          </a:r>
        </a:p>
      </dgm:t>
    </dgm:pt>
    <dgm:pt modelId="{D0FA0720-54B3-452D-B35B-84ECB67D0209}" type="parTrans" cxnId="{865F1302-1D65-4931-9E0E-0760B3855412}">
      <dgm:prSet/>
      <dgm:spPr/>
      <dgm:t>
        <a:bodyPr/>
        <a:lstStyle/>
        <a:p>
          <a:endParaRPr lang="en-US"/>
        </a:p>
      </dgm:t>
    </dgm:pt>
    <dgm:pt modelId="{1A047185-ADCD-4310-B31A-F97696E8ABDD}" type="sibTrans" cxnId="{865F1302-1D65-4931-9E0E-0760B3855412}">
      <dgm:prSet/>
      <dgm:spPr/>
      <dgm:t>
        <a:bodyPr/>
        <a:lstStyle/>
        <a:p>
          <a:endParaRPr lang="en-US"/>
        </a:p>
      </dgm:t>
    </dgm:pt>
    <dgm:pt modelId="{8AA53C4E-441F-4ADF-9D7E-6A4C9D47F9B1}">
      <dgm:prSet/>
      <dgm:spPr/>
      <dgm:t>
        <a:bodyPr/>
        <a:lstStyle/>
        <a:p>
          <a:r>
            <a:rPr lang="en-US"/>
            <a:t>STORES PERFORMANCES…..09</a:t>
          </a:r>
        </a:p>
      </dgm:t>
    </dgm:pt>
    <dgm:pt modelId="{3DE1C815-DA3D-4DF8-AA5D-2A24FDF7710C}" type="parTrans" cxnId="{9719707A-5F59-497C-BD11-FE2F894B9394}">
      <dgm:prSet/>
      <dgm:spPr/>
      <dgm:t>
        <a:bodyPr/>
        <a:lstStyle/>
        <a:p>
          <a:endParaRPr lang="en-US"/>
        </a:p>
      </dgm:t>
    </dgm:pt>
    <dgm:pt modelId="{E6E014AC-7975-4298-97F2-A34C1EF3FD5C}" type="sibTrans" cxnId="{9719707A-5F59-497C-BD11-FE2F894B9394}">
      <dgm:prSet/>
      <dgm:spPr/>
      <dgm:t>
        <a:bodyPr/>
        <a:lstStyle/>
        <a:p>
          <a:endParaRPr lang="en-US"/>
        </a:p>
      </dgm:t>
    </dgm:pt>
    <dgm:pt modelId="{8E9006EA-6CBD-46CB-9859-C3809C4FE593}">
      <dgm:prSet/>
      <dgm:spPr/>
      <dgm:t>
        <a:bodyPr/>
        <a:lstStyle/>
        <a:p>
          <a:r>
            <a:rPr lang="en-US"/>
            <a:t>KEY INSIGHTS…..10</a:t>
          </a:r>
        </a:p>
      </dgm:t>
    </dgm:pt>
    <dgm:pt modelId="{EA0FA4F3-400D-4449-8C6D-095BCB2410A6}" type="parTrans" cxnId="{2C6B4E16-342C-4712-9001-AED6EB63906F}">
      <dgm:prSet/>
      <dgm:spPr/>
      <dgm:t>
        <a:bodyPr/>
        <a:lstStyle/>
        <a:p>
          <a:endParaRPr lang="en-US"/>
        </a:p>
      </dgm:t>
    </dgm:pt>
    <dgm:pt modelId="{5B6F0301-5973-4158-BD4A-0EC99C8CD46A}" type="sibTrans" cxnId="{2C6B4E16-342C-4712-9001-AED6EB63906F}">
      <dgm:prSet/>
      <dgm:spPr/>
      <dgm:t>
        <a:bodyPr/>
        <a:lstStyle/>
        <a:p>
          <a:endParaRPr lang="en-US"/>
        </a:p>
      </dgm:t>
    </dgm:pt>
    <dgm:pt modelId="{010F7378-183C-4971-A5BF-C1A003C465B6}">
      <dgm:prSet/>
      <dgm:spPr/>
      <dgm:t>
        <a:bodyPr/>
        <a:lstStyle/>
        <a:p>
          <a:r>
            <a:rPr lang="en-US"/>
            <a:t>RECOMMENDATIONS…..11</a:t>
          </a:r>
        </a:p>
      </dgm:t>
    </dgm:pt>
    <dgm:pt modelId="{9C643475-588B-4D64-894A-5A2BCBC8A1B8}" type="parTrans" cxnId="{200E8560-B873-4AC4-9E51-DBB8C64D1137}">
      <dgm:prSet/>
      <dgm:spPr/>
      <dgm:t>
        <a:bodyPr/>
        <a:lstStyle/>
        <a:p>
          <a:endParaRPr lang="en-US"/>
        </a:p>
      </dgm:t>
    </dgm:pt>
    <dgm:pt modelId="{A7B6CAD7-2347-4A7E-B92B-6145BD0D88F7}" type="sibTrans" cxnId="{200E8560-B873-4AC4-9E51-DBB8C64D1137}">
      <dgm:prSet/>
      <dgm:spPr/>
      <dgm:t>
        <a:bodyPr/>
        <a:lstStyle/>
        <a:p>
          <a:endParaRPr lang="en-US"/>
        </a:p>
      </dgm:t>
    </dgm:pt>
    <dgm:pt modelId="{9946934E-AFC1-47FA-86D4-CE8BC5D86C51}">
      <dgm:prSet/>
      <dgm:spPr/>
      <dgm:t>
        <a:bodyPr/>
        <a:lstStyle/>
        <a:p>
          <a:r>
            <a:rPr lang="en-US"/>
            <a:t>FUTURE IMPROVEMENTS…..12</a:t>
          </a:r>
        </a:p>
      </dgm:t>
    </dgm:pt>
    <dgm:pt modelId="{D2D37DCA-C0B3-49B3-92DF-514241C5DEF4}" type="parTrans" cxnId="{8EFA3FED-D0C2-47CC-A66F-48508DB5D122}">
      <dgm:prSet/>
      <dgm:spPr/>
      <dgm:t>
        <a:bodyPr/>
        <a:lstStyle/>
        <a:p>
          <a:endParaRPr lang="en-US"/>
        </a:p>
      </dgm:t>
    </dgm:pt>
    <dgm:pt modelId="{AE463EDE-3553-46CD-BBEE-C84347F35315}" type="sibTrans" cxnId="{8EFA3FED-D0C2-47CC-A66F-48508DB5D122}">
      <dgm:prSet/>
      <dgm:spPr/>
      <dgm:t>
        <a:bodyPr/>
        <a:lstStyle/>
        <a:p>
          <a:endParaRPr lang="en-US"/>
        </a:p>
      </dgm:t>
    </dgm:pt>
    <dgm:pt modelId="{E96A35F5-7896-4ACB-9290-2ED8ABC20C2B}">
      <dgm:prSet/>
      <dgm:spPr/>
      <dgm:t>
        <a:bodyPr/>
        <a:lstStyle/>
        <a:p>
          <a:r>
            <a:rPr lang="en-US"/>
            <a:t>CONCLUTION…..13</a:t>
          </a:r>
        </a:p>
      </dgm:t>
    </dgm:pt>
    <dgm:pt modelId="{3CD26F4D-1BFB-42F1-BBC1-A44401D99E97}" type="parTrans" cxnId="{0C26A4C6-6286-48F3-90B4-8BF622CFF896}">
      <dgm:prSet/>
      <dgm:spPr/>
      <dgm:t>
        <a:bodyPr/>
        <a:lstStyle/>
        <a:p>
          <a:endParaRPr lang="en-US"/>
        </a:p>
      </dgm:t>
    </dgm:pt>
    <dgm:pt modelId="{FC3DDF33-56A3-4163-8151-BBF78AF173F3}" type="sibTrans" cxnId="{0C26A4C6-6286-48F3-90B4-8BF622CFF896}">
      <dgm:prSet/>
      <dgm:spPr/>
      <dgm:t>
        <a:bodyPr/>
        <a:lstStyle/>
        <a:p>
          <a:endParaRPr lang="en-US"/>
        </a:p>
      </dgm:t>
    </dgm:pt>
    <dgm:pt modelId="{47397B64-C1B8-4FA1-BB1F-D30149B5C5BE}" type="pres">
      <dgm:prSet presAssocID="{603E79FD-BE25-4213-8A86-B3FBE503457F}" presName="vert0" presStyleCnt="0">
        <dgm:presLayoutVars>
          <dgm:dir/>
          <dgm:animOne val="branch"/>
          <dgm:animLvl val="lvl"/>
        </dgm:presLayoutVars>
      </dgm:prSet>
      <dgm:spPr/>
    </dgm:pt>
    <dgm:pt modelId="{07D63E9D-E5FE-4A8C-9849-5DB3BB23703B}" type="pres">
      <dgm:prSet presAssocID="{F42A6C30-AD8F-4444-A465-B7E9C855588C}" presName="thickLine" presStyleLbl="alignNode1" presStyleIdx="0" presStyleCnt="13"/>
      <dgm:spPr/>
    </dgm:pt>
    <dgm:pt modelId="{1446FC48-C92E-4C2F-884C-6664BBA8A470}" type="pres">
      <dgm:prSet presAssocID="{F42A6C30-AD8F-4444-A465-B7E9C855588C}" presName="horz1" presStyleCnt="0"/>
      <dgm:spPr/>
    </dgm:pt>
    <dgm:pt modelId="{2FFC0670-BAA5-47DE-A6F1-48C97CD67A93}" type="pres">
      <dgm:prSet presAssocID="{F42A6C30-AD8F-4444-A465-B7E9C855588C}" presName="tx1" presStyleLbl="revTx" presStyleIdx="0" presStyleCnt="13"/>
      <dgm:spPr/>
    </dgm:pt>
    <dgm:pt modelId="{BBC44529-474A-41AD-B822-CF178B19333E}" type="pres">
      <dgm:prSet presAssocID="{F42A6C30-AD8F-4444-A465-B7E9C855588C}" presName="vert1" presStyleCnt="0"/>
      <dgm:spPr/>
    </dgm:pt>
    <dgm:pt modelId="{220AF574-AC4B-4C88-9594-21CEA36762A8}" type="pres">
      <dgm:prSet presAssocID="{B5CE7028-F770-4639-AD7D-24081D79C729}" presName="thickLine" presStyleLbl="alignNode1" presStyleIdx="1" presStyleCnt="13"/>
      <dgm:spPr/>
    </dgm:pt>
    <dgm:pt modelId="{1B8BE862-D184-4F5D-8929-F8C0649C9D37}" type="pres">
      <dgm:prSet presAssocID="{B5CE7028-F770-4639-AD7D-24081D79C729}" presName="horz1" presStyleCnt="0"/>
      <dgm:spPr/>
    </dgm:pt>
    <dgm:pt modelId="{D1A796FF-84BD-4D92-8B15-74EABAC873F5}" type="pres">
      <dgm:prSet presAssocID="{B5CE7028-F770-4639-AD7D-24081D79C729}" presName="tx1" presStyleLbl="revTx" presStyleIdx="1" presStyleCnt="13"/>
      <dgm:spPr/>
    </dgm:pt>
    <dgm:pt modelId="{8972DCF9-C909-430B-BDE8-89668CC70569}" type="pres">
      <dgm:prSet presAssocID="{B5CE7028-F770-4639-AD7D-24081D79C729}" presName="vert1" presStyleCnt="0"/>
      <dgm:spPr/>
    </dgm:pt>
    <dgm:pt modelId="{9EC4EC03-E0E8-4B86-93C4-44C616EAEBAA}" type="pres">
      <dgm:prSet presAssocID="{92520F26-88B5-428F-A9E0-38D631182B1C}" presName="thickLine" presStyleLbl="alignNode1" presStyleIdx="2" presStyleCnt="13"/>
      <dgm:spPr/>
    </dgm:pt>
    <dgm:pt modelId="{AA4611F0-A045-432D-8EFB-107E74E22C73}" type="pres">
      <dgm:prSet presAssocID="{92520F26-88B5-428F-A9E0-38D631182B1C}" presName="horz1" presStyleCnt="0"/>
      <dgm:spPr/>
    </dgm:pt>
    <dgm:pt modelId="{054F520F-B757-4985-B4C9-DC709D16EB90}" type="pres">
      <dgm:prSet presAssocID="{92520F26-88B5-428F-A9E0-38D631182B1C}" presName="tx1" presStyleLbl="revTx" presStyleIdx="2" presStyleCnt="13"/>
      <dgm:spPr/>
    </dgm:pt>
    <dgm:pt modelId="{105E190A-29E5-440E-8A99-8B2E52F69AD3}" type="pres">
      <dgm:prSet presAssocID="{92520F26-88B5-428F-A9E0-38D631182B1C}" presName="vert1" presStyleCnt="0"/>
      <dgm:spPr/>
    </dgm:pt>
    <dgm:pt modelId="{8300F6AB-A3E6-480B-9946-C52057680E41}" type="pres">
      <dgm:prSet presAssocID="{2BA26C7B-A5C4-4FA0-BAE8-40B6E2313432}" presName="thickLine" presStyleLbl="alignNode1" presStyleIdx="3" presStyleCnt="13"/>
      <dgm:spPr/>
    </dgm:pt>
    <dgm:pt modelId="{DF59DEC5-E7E4-48EA-9CE9-09EF97D104FB}" type="pres">
      <dgm:prSet presAssocID="{2BA26C7B-A5C4-4FA0-BAE8-40B6E2313432}" presName="horz1" presStyleCnt="0"/>
      <dgm:spPr/>
    </dgm:pt>
    <dgm:pt modelId="{929316BB-17B2-4ED2-BDE9-4370EC8B39E3}" type="pres">
      <dgm:prSet presAssocID="{2BA26C7B-A5C4-4FA0-BAE8-40B6E2313432}" presName="tx1" presStyleLbl="revTx" presStyleIdx="3" presStyleCnt="13"/>
      <dgm:spPr/>
    </dgm:pt>
    <dgm:pt modelId="{90CDA5BF-43C4-45B9-B2F5-D0542C31A35D}" type="pres">
      <dgm:prSet presAssocID="{2BA26C7B-A5C4-4FA0-BAE8-40B6E2313432}" presName="vert1" presStyleCnt="0"/>
      <dgm:spPr/>
    </dgm:pt>
    <dgm:pt modelId="{65952AF6-BEC6-42A1-AC80-685873AC82EF}" type="pres">
      <dgm:prSet presAssocID="{3493AB33-C8E2-4E12-A898-EEF2E2998324}" presName="thickLine" presStyleLbl="alignNode1" presStyleIdx="4" presStyleCnt="13"/>
      <dgm:spPr/>
    </dgm:pt>
    <dgm:pt modelId="{20338BBB-EBED-4A67-9ACA-453333CCAE13}" type="pres">
      <dgm:prSet presAssocID="{3493AB33-C8E2-4E12-A898-EEF2E2998324}" presName="horz1" presStyleCnt="0"/>
      <dgm:spPr/>
    </dgm:pt>
    <dgm:pt modelId="{34D1D157-CC3B-4066-B291-3F91395166D8}" type="pres">
      <dgm:prSet presAssocID="{3493AB33-C8E2-4E12-A898-EEF2E2998324}" presName="tx1" presStyleLbl="revTx" presStyleIdx="4" presStyleCnt="13"/>
      <dgm:spPr/>
    </dgm:pt>
    <dgm:pt modelId="{09FE3ECC-FBD6-4049-8022-2140D4D04E84}" type="pres">
      <dgm:prSet presAssocID="{3493AB33-C8E2-4E12-A898-EEF2E2998324}" presName="vert1" presStyleCnt="0"/>
      <dgm:spPr/>
    </dgm:pt>
    <dgm:pt modelId="{D6BD650B-3BBF-45A0-BE97-421779FF4A0A}" type="pres">
      <dgm:prSet presAssocID="{D12904A0-88BE-4227-9762-E2DAAF4DFDA9}" presName="thickLine" presStyleLbl="alignNode1" presStyleIdx="5" presStyleCnt="13"/>
      <dgm:spPr/>
    </dgm:pt>
    <dgm:pt modelId="{418684F2-5AC3-447A-8588-8AC239678ED5}" type="pres">
      <dgm:prSet presAssocID="{D12904A0-88BE-4227-9762-E2DAAF4DFDA9}" presName="horz1" presStyleCnt="0"/>
      <dgm:spPr/>
    </dgm:pt>
    <dgm:pt modelId="{E9893040-040B-4D62-B770-B688141F47DC}" type="pres">
      <dgm:prSet presAssocID="{D12904A0-88BE-4227-9762-E2DAAF4DFDA9}" presName="tx1" presStyleLbl="revTx" presStyleIdx="5" presStyleCnt="13"/>
      <dgm:spPr/>
    </dgm:pt>
    <dgm:pt modelId="{AC7FC94E-3588-4DBD-B906-A952A112FDE1}" type="pres">
      <dgm:prSet presAssocID="{D12904A0-88BE-4227-9762-E2DAAF4DFDA9}" presName="vert1" presStyleCnt="0"/>
      <dgm:spPr/>
    </dgm:pt>
    <dgm:pt modelId="{63A08173-360E-4C89-8EDA-53DFB14BEE60}" type="pres">
      <dgm:prSet presAssocID="{380B131D-4514-48FD-A5D9-B2990A1CFEDB}" presName="thickLine" presStyleLbl="alignNode1" presStyleIdx="6" presStyleCnt="13"/>
      <dgm:spPr/>
    </dgm:pt>
    <dgm:pt modelId="{923A01D0-2AE2-4588-A371-20118B594CD9}" type="pres">
      <dgm:prSet presAssocID="{380B131D-4514-48FD-A5D9-B2990A1CFEDB}" presName="horz1" presStyleCnt="0"/>
      <dgm:spPr/>
    </dgm:pt>
    <dgm:pt modelId="{A15BDFEA-ECB3-41C4-B06E-0F47170D15F5}" type="pres">
      <dgm:prSet presAssocID="{380B131D-4514-48FD-A5D9-B2990A1CFEDB}" presName="tx1" presStyleLbl="revTx" presStyleIdx="6" presStyleCnt="13"/>
      <dgm:spPr/>
    </dgm:pt>
    <dgm:pt modelId="{C5E11FCB-0A51-425D-BF92-093A20B49740}" type="pres">
      <dgm:prSet presAssocID="{380B131D-4514-48FD-A5D9-B2990A1CFEDB}" presName="vert1" presStyleCnt="0"/>
      <dgm:spPr/>
    </dgm:pt>
    <dgm:pt modelId="{CBBDD473-649E-46F2-92C5-E3E90643368A}" type="pres">
      <dgm:prSet presAssocID="{FA289384-6299-4ABA-9C75-2C89BF575B92}" presName="thickLine" presStyleLbl="alignNode1" presStyleIdx="7" presStyleCnt="13"/>
      <dgm:spPr/>
    </dgm:pt>
    <dgm:pt modelId="{F58A516A-8A06-4DEB-9DAF-8916618BE6D5}" type="pres">
      <dgm:prSet presAssocID="{FA289384-6299-4ABA-9C75-2C89BF575B92}" presName="horz1" presStyleCnt="0"/>
      <dgm:spPr/>
    </dgm:pt>
    <dgm:pt modelId="{F67D2662-16CE-4837-AFDB-D9782EC2BF3E}" type="pres">
      <dgm:prSet presAssocID="{FA289384-6299-4ABA-9C75-2C89BF575B92}" presName="tx1" presStyleLbl="revTx" presStyleIdx="7" presStyleCnt="13"/>
      <dgm:spPr/>
    </dgm:pt>
    <dgm:pt modelId="{925C36DB-68E8-4C1D-8E20-285A483A8B02}" type="pres">
      <dgm:prSet presAssocID="{FA289384-6299-4ABA-9C75-2C89BF575B92}" presName="vert1" presStyleCnt="0"/>
      <dgm:spPr/>
    </dgm:pt>
    <dgm:pt modelId="{7F6BBA97-E1AB-4203-B66A-4F7CC638A973}" type="pres">
      <dgm:prSet presAssocID="{8AA53C4E-441F-4ADF-9D7E-6A4C9D47F9B1}" presName="thickLine" presStyleLbl="alignNode1" presStyleIdx="8" presStyleCnt="13"/>
      <dgm:spPr/>
    </dgm:pt>
    <dgm:pt modelId="{5BD26AD9-531F-4A81-ACF5-EAD225BFF901}" type="pres">
      <dgm:prSet presAssocID="{8AA53C4E-441F-4ADF-9D7E-6A4C9D47F9B1}" presName="horz1" presStyleCnt="0"/>
      <dgm:spPr/>
    </dgm:pt>
    <dgm:pt modelId="{4C170079-14A3-49FD-821D-2B34BC4DB725}" type="pres">
      <dgm:prSet presAssocID="{8AA53C4E-441F-4ADF-9D7E-6A4C9D47F9B1}" presName="tx1" presStyleLbl="revTx" presStyleIdx="8" presStyleCnt="13"/>
      <dgm:spPr/>
    </dgm:pt>
    <dgm:pt modelId="{87536E47-254B-41C3-BAC2-E263DD8BED76}" type="pres">
      <dgm:prSet presAssocID="{8AA53C4E-441F-4ADF-9D7E-6A4C9D47F9B1}" presName="vert1" presStyleCnt="0"/>
      <dgm:spPr/>
    </dgm:pt>
    <dgm:pt modelId="{70447FE9-56E9-4189-99C2-72E52B898FC2}" type="pres">
      <dgm:prSet presAssocID="{8E9006EA-6CBD-46CB-9859-C3809C4FE593}" presName="thickLine" presStyleLbl="alignNode1" presStyleIdx="9" presStyleCnt="13"/>
      <dgm:spPr/>
    </dgm:pt>
    <dgm:pt modelId="{D72713C4-8247-4D21-885B-D0ADE9C6A149}" type="pres">
      <dgm:prSet presAssocID="{8E9006EA-6CBD-46CB-9859-C3809C4FE593}" presName="horz1" presStyleCnt="0"/>
      <dgm:spPr/>
    </dgm:pt>
    <dgm:pt modelId="{7A53A986-32B6-45A8-B531-5B63269C0594}" type="pres">
      <dgm:prSet presAssocID="{8E9006EA-6CBD-46CB-9859-C3809C4FE593}" presName="tx1" presStyleLbl="revTx" presStyleIdx="9" presStyleCnt="13"/>
      <dgm:spPr/>
    </dgm:pt>
    <dgm:pt modelId="{A521AF1D-8665-417C-A500-768AF1CC1EB7}" type="pres">
      <dgm:prSet presAssocID="{8E9006EA-6CBD-46CB-9859-C3809C4FE593}" presName="vert1" presStyleCnt="0"/>
      <dgm:spPr/>
    </dgm:pt>
    <dgm:pt modelId="{7AF02AF6-27DE-40A2-8DFA-046F7C68895D}" type="pres">
      <dgm:prSet presAssocID="{010F7378-183C-4971-A5BF-C1A003C465B6}" presName="thickLine" presStyleLbl="alignNode1" presStyleIdx="10" presStyleCnt="13"/>
      <dgm:spPr/>
    </dgm:pt>
    <dgm:pt modelId="{40602E06-A49C-4ECF-B78B-5C7D7A9D54E9}" type="pres">
      <dgm:prSet presAssocID="{010F7378-183C-4971-A5BF-C1A003C465B6}" presName="horz1" presStyleCnt="0"/>
      <dgm:spPr/>
    </dgm:pt>
    <dgm:pt modelId="{088FD0EA-106D-4DA3-9935-C0F5BFA45E3C}" type="pres">
      <dgm:prSet presAssocID="{010F7378-183C-4971-A5BF-C1A003C465B6}" presName="tx1" presStyleLbl="revTx" presStyleIdx="10" presStyleCnt="13"/>
      <dgm:spPr/>
    </dgm:pt>
    <dgm:pt modelId="{5148A07F-CAD3-485C-A284-4E56E91CCBC6}" type="pres">
      <dgm:prSet presAssocID="{010F7378-183C-4971-A5BF-C1A003C465B6}" presName="vert1" presStyleCnt="0"/>
      <dgm:spPr/>
    </dgm:pt>
    <dgm:pt modelId="{01C841B4-8699-4BB7-BEE3-AD3A7908A35F}" type="pres">
      <dgm:prSet presAssocID="{9946934E-AFC1-47FA-86D4-CE8BC5D86C51}" presName="thickLine" presStyleLbl="alignNode1" presStyleIdx="11" presStyleCnt="13"/>
      <dgm:spPr/>
    </dgm:pt>
    <dgm:pt modelId="{0012D1F8-89F3-40FA-A1D4-26201F4B48B3}" type="pres">
      <dgm:prSet presAssocID="{9946934E-AFC1-47FA-86D4-CE8BC5D86C51}" presName="horz1" presStyleCnt="0"/>
      <dgm:spPr/>
    </dgm:pt>
    <dgm:pt modelId="{DD74E3F8-D0CD-464F-A01D-1C5FF101B916}" type="pres">
      <dgm:prSet presAssocID="{9946934E-AFC1-47FA-86D4-CE8BC5D86C51}" presName="tx1" presStyleLbl="revTx" presStyleIdx="11" presStyleCnt="13"/>
      <dgm:spPr/>
    </dgm:pt>
    <dgm:pt modelId="{36592CD3-7DCC-44CB-8B69-6E983C67CF23}" type="pres">
      <dgm:prSet presAssocID="{9946934E-AFC1-47FA-86D4-CE8BC5D86C51}" presName="vert1" presStyleCnt="0"/>
      <dgm:spPr/>
    </dgm:pt>
    <dgm:pt modelId="{630326F9-9D05-4138-8E66-4E7FD598FDED}" type="pres">
      <dgm:prSet presAssocID="{E96A35F5-7896-4ACB-9290-2ED8ABC20C2B}" presName="thickLine" presStyleLbl="alignNode1" presStyleIdx="12" presStyleCnt="13"/>
      <dgm:spPr/>
    </dgm:pt>
    <dgm:pt modelId="{84A42872-C6A1-4505-9216-583729A1BFF4}" type="pres">
      <dgm:prSet presAssocID="{E96A35F5-7896-4ACB-9290-2ED8ABC20C2B}" presName="horz1" presStyleCnt="0"/>
      <dgm:spPr/>
    </dgm:pt>
    <dgm:pt modelId="{277AE5A9-CC54-403A-A904-59863BE44152}" type="pres">
      <dgm:prSet presAssocID="{E96A35F5-7896-4ACB-9290-2ED8ABC20C2B}" presName="tx1" presStyleLbl="revTx" presStyleIdx="12" presStyleCnt="13"/>
      <dgm:spPr/>
    </dgm:pt>
    <dgm:pt modelId="{085B9DD5-7213-45C1-AEFC-60E7B5D97C78}" type="pres">
      <dgm:prSet presAssocID="{E96A35F5-7896-4ACB-9290-2ED8ABC20C2B}" presName="vert1" presStyleCnt="0"/>
      <dgm:spPr/>
    </dgm:pt>
  </dgm:ptLst>
  <dgm:cxnLst>
    <dgm:cxn modelId="{865F1302-1D65-4931-9E0E-0760B3855412}" srcId="{603E79FD-BE25-4213-8A86-B3FBE503457F}" destId="{FA289384-6299-4ABA-9C75-2C89BF575B92}" srcOrd="7" destOrd="0" parTransId="{D0FA0720-54B3-452D-B35B-84ECB67D0209}" sibTransId="{1A047185-ADCD-4310-B31A-F97696E8ABDD}"/>
    <dgm:cxn modelId="{0741E208-24C9-4B95-998B-967774AF1EDE}" type="presOf" srcId="{9946934E-AFC1-47FA-86D4-CE8BC5D86C51}" destId="{DD74E3F8-D0CD-464F-A01D-1C5FF101B916}" srcOrd="0" destOrd="0" presId="urn:microsoft.com/office/officeart/2008/layout/LinedList"/>
    <dgm:cxn modelId="{69FB3411-3BB3-4DAE-9617-B5B9720FD138}" srcId="{603E79FD-BE25-4213-8A86-B3FBE503457F}" destId="{92520F26-88B5-428F-A9E0-38D631182B1C}" srcOrd="2" destOrd="0" parTransId="{B5D93A7A-A409-4C05-A00B-04105F046131}" sibTransId="{67FDB6E5-E78A-4FF9-B610-20559ED5126F}"/>
    <dgm:cxn modelId="{2C6B4E16-342C-4712-9001-AED6EB63906F}" srcId="{603E79FD-BE25-4213-8A86-B3FBE503457F}" destId="{8E9006EA-6CBD-46CB-9859-C3809C4FE593}" srcOrd="9" destOrd="0" parTransId="{EA0FA4F3-400D-4449-8C6D-095BCB2410A6}" sibTransId="{5B6F0301-5973-4158-BD4A-0EC99C8CD46A}"/>
    <dgm:cxn modelId="{32DE9319-BB4A-4A36-83D4-BECEBB1ECC44}" type="presOf" srcId="{8E9006EA-6CBD-46CB-9859-C3809C4FE593}" destId="{7A53A986-32B6-45A8-B531-5B63269C0594}" srcOrd="0" destOrd="0" presId="urn:microsoft.com/office/officeart/2008/layout/LinedList"/>
    <dgm:cxn modelId="{4031C919-B683-44A0-B0D3-C250562F4E83}" type="presOf" srcId="{E96A35F5-7896-4ACB-9290-2ED8ABC20C2B}" destId="{277AE5A9-CC54-403A-A904-59863BE44152}" srcOrd="0" destOrd="0" presId="urn:microsoft.com/office/officeart/2008/layout/LinedList"/>
    <dgm:cxn modelId="{039AFF24-87FE-4811-B27E-6155FFECCD5C}" type="presOf" srcId="{D12904A0-88BE-4227-9762-E2DAAF4DFDA9}" destId="{E9893040-040B-4D62-B770-B688141F47DC}" srcOrd="0" destOrd="0" presId="urn:microsoft.com/office/officeart/2008/layout/LinedList"/>
    <dgm:cxn modelId="{25F6D926-0B8F-41DF-BC8A-A9E004184E7C}" srcId="{603E79FD-BE25-4213-8A86-B3FBE503457F}" destId="{3493AB33-C8E2-4E12-A898-EEF2E2998324}" srcOrd="4" destOrd="0" parTransId="{2B29180B-0EDA-4D14-B6C3-F2E33CA82FAE}" sibTransId="{E985D83A-FC78-451E-9A5C-6015B002D909}"/>
    <dgm:cxn modelId="{016D513A-97DD-4673-9D60-E4E3190272EA}" type="presOf" srcId="{2BA26C7B-A5C4-4FA0-BAE8-40B6E2313432}" destId="{929316BB-17B2-4ED2-BDE9-4370EC8B39E3}" srcOrd="0" destOrd="0" presId="urn:microsoft.com/office/officeart/2008/layout/LinedList"/>
    <dgm:cxn modelId="{200E8560-B873-4AC4-9E51-DBB8C64D1137}" srcId="{603E79FD-BE25-4213-8A86-B3FBE503457F}" destId="{010F7378-183C-4971-A5BF-C1A003C465B6}" srcOrd="10" destOrd="0" parTransId="{9C643475-588B-4D64-894A-5A2BCBC8A1B8}" sibTransId="{A7B6CAD7-2347-4A7E-B92B-6145BD0D88F7}"/>
    <dgm:cxn modelId="{E522BF69-BD6F-4C66-AA16-901210D357DF}" type="presOf" srcId="{FA289384-6299-4ABA-9C75-2C89BF575B92}" destId="{F67D2662-16CE-4837-AFDB-D9782EC2BF3E}" srcOrd="0" destOrd="0" presId="urn:microsoft.com/office/officeart/2008/layout/LinedList"/>
    <dgm:cxn modelId="{C454EE4D-CEE5-4D76-9330-73ABFD3AE24D}" type="presOf" srcId="{F42A6C30-AD8F-4444-A465-B7E9C855588C}" destId="{2FFC0670-BAA5-47DE-A6F1-48C97CD67A93}" srcOrd="0" destOrd="0" presId="urn:microsoft.com/office/officeart/2008/layout/LinedList"/>
    <dgm:cxn modelId="{2356AC4E-F68F-431F-930E-489DD4710AB0}" srcId="{603E79FD-BE25-4213-8A86-B3FBE503457F}" destId="{F42A6C30-AD8F-4444-A465-B7E9C855588C}" srcOrd="0" destOrd="0" parTransId="{928510C6-A811-4F46-9047-A571C904BB87}" sibTransId="{4BE92AAB-ECDE-4EFD-851D-647CA50F3CB3}"/>
    <dgm:cxn modelId="{92EB3052-A9C1-4A5B-832A-5694136BC057}" type="presOf" srcId="{010F7378-183C-4971-A5BF-C1A003C465B6}" destId="{088FD0EA-106D-4DA3-9935-C0F5BFA45E3C}" srcOrd="0" destOrd="0" presId="urn:microsoft.com/office/officeart/2008/layout/LinedList"/>
    <dgm:cxn modelId="{7544FD73-106D-46F0-AABE-733340FE11CB}" srcId="{603E79FD-BE25-4213-8A86-B3FBE503457F}" destId="{380B131D-4514-48FD-A5D9-B2990A1CFEDB}" srcOrd="6" destOrd="0" parTransId="{35E2554E-1A2C-4725-B594-AD7B08B03F5B}" sibTransId="{AB1A618B-BFBC-45CE-BEEA-340A62E3E66B}"/>
    <dgm:cxn modelId="{9719707A-5F59-497C-BD11-FE2F894B9394}" srcId="{603E79FD-BE25-4213-8A86-B3FBE503457F}" destId="{8AA53C4E-441F-4ADF-9D7E-6A4C9D47F9B1}" srcOrd="8" destOrd="0" parTransId="{3DE1C815-DA3D-4DF8-AA5D-2A24FDF7710C}" sibTransId="{E6E014AC-7975-4298-97F2-A34C1EF3FD5C}"/>
    <dgm:cxn modelId="{8229668B-2574-4BDA-A4E3-A7D715866D66}" srcId="{603E79FD-BE25-4213-8A86-B3FBE503457F}" destId="{2BA26C7B-A5C4-4FA0-BAE8-40B6E2313432}" srcOrd="3" destOrd="0" parTransId="{1F238960-3FB3-4723-BD38-5EF0685CBFF1}" sibTransId="{38DED95F-E7E5-449E-83E4-67D3666BBB97}"/>
    <dgm:cxn modelId="{B259ED8B-DDC6-47F0-A277-A341ACD3A363}" type="presOf" srcId="{3493AB33-C8E2-4E12-A898-EEF2E2998324}" destId="{34D1D157-CC3B-4066-B291-3F91395166D8}" srcOrd="0" destOrd="0" presId="urn:microsoft.com/office/officeart/2008/layout/LinedList"/>
    <dgm:cxn modelId="{78DEEDA4-2E73-4D4D-BE2D-0E1AE8405C79}" type="presOf" srcId="{B5CE7028-F770-4639-AD7D-24081D79C729}" destId="{D1A796FF-84BD-4D92-8B15-74EABAC873F5}" srcOrd="0" destOrd="0" presId="urn:microsoft.com/office/officeart/2008/layout/LinedList"/>
    <dgm:cxn modelId="{879EF6A6-ECDE-4F7D-BF1F-665DB917ED8E}" type="presOf" srcId="{603E79FD-BE25-4213-8A86-B3FBE503457F}" destId="{47397B64-C1B8-4FA1-BB1F-D30149B5C5BE}" srcOrd="0" destOrd="0" presId="urn:microsoft.com/office/officeart/2008/layout/LinedList"/>
    <dgm:cxn modelId="{F1D1A0A9-F65F-4C23-9EC1-5150B889790D}" srcId="{603E79FD-BE25-4213-8A86-B3FBE503457F}" destId="{D12904A0-88BE-4227-9762-E2DAAF4DFDA9}" srcOrd="5" destOrd="0" parTransId="{AA7552B9-1E2C-4AA9-A715-190BB3084BE2}" sibTransId="{BB16EC7D-A8D6-4FCD-8F3C-01E9EB916C5D}"/>
    <dgm:cxn modelId="{0C26A4C6-6286-48F3-90B4-8BF622CFF896}" srcId="{603E79FD-BE25-4213-8A86-B3FBE503457F}" destId="{E96A35F5-7896-4ACB-9290-2ED8ABC20C2B}" srcOrd="12" destOrd="0" parTransId="{3CD26F4D-1BFB-42F1-BBC1-A44401D99E97}" sibTransId="{FC3DDF33-56A3-4163-8151-BBF78AF173F3}"/>
    <dgm:cxn modelId="{78805BC7-FB5D-4FBF-99B2-973A96EF9BC9}" srcId="{603E79FD-BE25-4213-8A86-B3FBE503457F}" destId="{B5CE7028-F770-4639-AD7D-24081D79C729}" srcOrd="1" destOrd="0" parTransId="{16EEBD7E-904E-4F3B-9521-5B1F0F7C437E}" sibTransId="{257ADD81-8F4C-4BE1-840A-7DBEE5E56BE1}"/>
    <dgm:cxn modelId="{6D40D8D4-06E8-4643-8722-751843290795}" type="presOf" srcId="{8AA53C4E-441F-4ADF-9D7E-6A4C9D47F9B1}" destId="{4C170079-14A3-49FD-821D-2B34BC4DB725}" srcOrd="0" destOrd="0" presId="urn:microsoft.com/office/officeart/2008/layout/LinedList"/>
    <dgm:cxn modelId="{8EFA3FED-D0C2-47CC-A66F-48508DB5D122}" srcId="{603E79FD-BE25-4213-8A86-B3FBE503457F}" destId="{9946934E-AFC1-47FA-86D4-CE8BC5D86C51}" srcOrd="11" destOrd="0" parTransId="{D2D37DCA-C0B3-49B3-92DF-514241C5DEF4}" sibTransId="{AE463EDE-3553-46CD-BBEE-C84347F35315}"/>
    <dgm:cxn modelId="{17C75BF3-3033-44FC-82D9-9E09F863C047}" type="presOf" srcId="{380B131D-4514-48FD-A5D9-B2990A1CFEDB}" destId="{A15BDFEA-ECB3-41C4-B06E-0F47170D15F5}" srcOrd="0" destOrd="0" presId="urn:microsoft.com/office/officeart/2008/layout/LinedList"/>
    <dgm:cxn modelId="{51A34EF6-6315-488C-81F1-1452DBFAB8AC}" type="presOf" srcId="{92520F26-88B5-428F-A9E0-38D631182B1C}" destId="{054F520F-B757-4985-B4C9-DC709D16EB90}" srcOrd="0" destOrd="0" presId="urn:microsoft.com/office/officeart/2008/layout/LinedList"/>
    <dgm:cxn modelId="{42AD8BDE-D72A-4F18-9BEE-D5458B38E16A}" type="presParOf" srcId="{47397B64-C1B8-4FA1-BB1F-D30149B5C5BE}" destId="{07D63E9D-E5FE-4A8C-9849-5DB3BB23703B}" srcOrd="0" destOrd="0" presId="urn:microsoft.com/office/officeart/2008/layout/LinedList"/>
    <dgm:cxn modelId="{72C5D599-9114-43F2-AB42-14729B436480}" type="presParOf" srcId="{47397B64-C1B8-4FA1-BB1F-D30149B5C5BE}" destId="{1446FC48-C92E-4C2F-884C-6664BBA8A470}" srcOrd="1" destOrd="0" presId="urn:microsoft.com/office/officeart/2008/layout/LinedList"/>
    <dgm:cxn modelId="{07A1794C-6F20-4E74-88BB-F453EA3FACAC}" type="presParOf" srcId="{1446FC48-C92E-4C2F-884C-6664BBA8A470}" destId="{2FFC0670-BAA5-47DE-A6F1-48C97CD67A93}" srcOrd="0" destOrd="0" presId="urn:microsoft.com/office/officeart/2008/layout/LinedList"/>
    <dgm:cxn modelId="{37B4BA6C-ECA5-4329-879B-64E3FD12413A}" type="presParOf" srcId="{1446FC48-C92E-4C2F-884C-6664BBA8A470}" destId="{BBC44529-474A-41AD-B822-CF178B19333E}" srcOrd="1" destOrd="0" presId="urn:microsoft.com/office/officeart/2008/layout/LinedList"/>
    <dgm:cxn modelId="{EA49506A-D7D5-4793-9552-2111B5BB4A9F}" type="presParOf" srcId="{47397B64-C1B8-4FA1-BB1F-D30149B5C5BE}" destId="{220AF574-AC4B-4C88-9594-21CEA36762A8}" srcOrd="2" destOrd="0" presId="urn:microsoft.com/office/officeart/2008/layout/LinedList"/>
    <dgm:cxn modelId="{F29D480B-7417-4A25-99C5-4A951BE443AF}" type="presParOf" srcId="{47397B64-C1B8-4FA1-BB1F-D30149B5C5BE}" destId="{1B8BE862-D184-4F5D-8929-F8C0649C9D37}" srcOrd="3" destOrd="0" presId="urn:microsoft.com/office/officeart/2008/layout/LinedList"/>
    <dgm:cxn modelId="{F9C684B2-84A2-4114-B7F5-BA41D67953FD}" type="presParOf" srcId="{1B8BE862-D184-4F5D-8929-F8C0649C9D37}" destId="{D1A796FF-84BD-4D92-8B15-74EABAC873F5}" srcOrd="0" destOrd="0" presId="urn:microsoft.com/office/officeart/2008/layout/LinedList"/>
    <dgm:cxn modelId="{D612C9D9-5977-435C-89FE-A6461FA2D219}" type="presParOf" srcId="{1B8BE862-D184-4F5D-8929-F8C0649C9D37}" destId="{8972DCF9-C909-430B-BDE8-89668CC70569}" srcOrd="1" destOrd="0" presId="urn:microsoft.com/office/officeart/2008/layout/LinedList"/>
    <dgm:cxn modelId="{AE691282-2453-405A-A1FE-73C15753152B}" type="presParOf" srcId="{47397B64-C1B8-4FA1-BB1F-D30149B5C5BE}" destId="{9EC4EC03-E0E8-4B86-93C4-44C616EAEBAA}" srcOrd="4" destOrd="0" presId="urn:microsoft.com/office/officeart/2008/layout/LinedList"/>
    <dgm:cxn modelId="{1DA28DBA-BBEC-45C3-9609-C1ABED4E9C55}" type="presParOf" srcId="{47397B64-C1B8-4FA1-BB1F-D30149B5C5BE}" destId="{AA4611F0-A045-432D-8EFB-107E74E22C73}" srcOrd="5" destOrd="0" presId="urn:microsoft.com/office/officeart/2008/layout/LinedList"/>
    <dgm:cxn modelId="{60C4AB5A-322D-4CDF-A822-E1578055E634}" type="presParOf" srcId="{AA4611F0-A045-432D-8EFB-107E74E22C73}" destId="{054F520F-B757-4985-B4C9-DC709D16EB90}" srcOrd="0" destOrd="0" presId="urn:microsoft.com/office/officeart/2008/layout/LinedList"/>
    <dgm:cxn modelId="{5DC5DB70-5306-43E5-80C5-7F08BF0804B7}" type="presParOf" srcId="{AA4611F0-A045-432D-8EFB-107E74E22C73}" destId="{105E190A-29E5-440E-8A99-8B2E52F69AD3}" srcOrd="1" destOrd="0" presId="urn:microsoft.com/office/officeart/2008/layout/LinedList"/>
    <dgm:cxn modelId="{80410459-18E9-495B-9283-74FF3A10787C}" type="presParOf" srcId="{47397B64-C1B8-4FA1-BB1F-D30149B5C5BE}" destId="{8300F6AB-A3E6-480B-9946-C52057680E41}" srcOrd="6" destOrd="0" presId="urn:microsoft.com/office/officeart/2008/layout/LinedList"/>
    <dgm:cxn modelId="{7A2BA659-12E4-4EBE-81B8-5B3ADAD3ABCA}" type="presParOf" srcId="{47397B64-C1B8-4FA1-BB1F-D30149B5C5BE}" destId="{DF59DEC5-E7E4-48EA-9CE9-09EF97D104FB}" srcOrd="7" destOrd="0" presId="urn:microsoft.com/office/officeart/2008/layout/LinedList"/>
    <dgm:cxn modelId="{6B447EAF-2555-4635-B6F5-D440509287D0}" type="presParOf" srcId="{DF59DEC5-E7E4-48EA-9CE9-09EF97D104FB}" destId="{929316BB-17B2-4ED2-BDE9-4370EC8B39E3}" srcOrd="0" destOrd="0" presId="urn:microsoft.com/office/officeart/2008/layout/LinedList"/>
    <dgm:cxn modelId="{12AF32E7-887B-4319-AE40-A8A4935291E2}" type="presParOf" srcId="{DF59DEC5-E7E4-48EA-9CE9-09EF97D104FB}" destId="{90CDA5BF-43C4-45B9-B2F5-D0542C31A35D}" srcOrd="1" destOrd="0" presId="urn:microsoft.com/office/officeart/2008/layout/LinedList"/>
    <dgm:cxn modelId="{84D96B57-4EC7-4AFB-9D20-E49B387641B7}" type="presParOf" srcId="{47397B64-C1B8-4FA1-BB1F-D30149B5C5BE}" destId="{65952AF6-BEC6-42A1-AC80-685873AC82EF}" srcOrd="8" destOrd="0" presId="urn:microsoft.com/office/officeart/2008/layout/LinedList"/>
    <dgm:cxn modelId="{5BFFFCEC-FDCC-42BF-BC84-DA951E141E33}" type="presParOf" srcId="{47397B64-C1B8-4FA1-BB1F-D30149B5C5BE}" destId="{20338BBB-EBED-4A67-9ACA-453333CCAE13}" srcOrd="9" destOrd="0" presId="urn:microsoft.com/office/officeart/2008/layout/LinedList"/>
    <dgm:cxn modelId="{B87FE236-96E3-44E8-92C7-75CEAD65713C}" type="presParOf" srcId="{20338BBB-EBED-4A67-9ACA-453333CCAE13}" destId="{34D1D157-CC3B-4066-B291-3F91395166D8}" srcOrd="0" destOrd="0" presId="urn:microsoft.com/office/officeart/2008/layout/LinedList"/>
    <dgm:cxn modelId="{B90E6AE9-D5C2-486D-BD5A-0AC402A5418B}" type="presParOf" srcId="{20338BBB-EBED-4A67-9ACA-453333CCAE13}" destId="{09FE3ECC-FBD6-4049-8022-2140D4D04E84}" srcOrd="1" destOrd="0" presId="urn:microsoft.com/office/officeart/2008/layout/LinedList"/>
    <dgm:cxn modelId="{D527C80E-2B38-40B7-BCAF-6FFE19476D17}" type="presParOf" srcId="{47397B64-C1B8-4FA1-BB1F-D30149B5C5BE}" destId="{D6BD650B-3BBF-45A0-BE97-421779FF4A0A}" srcOrd="10" destOrd="0" presId="urn:microsoft.com/office/officeart/2008/layout/LinedList"/>
    <dgm:cxn modelId="{580195C8-3849-4FEB-90EA-03D9269784CC}" type="presParOf" srcId="{47397B64-C1B8-4FA1-BB1F-D30149B5C5BE}" destId="{418684F2-5AC3-447A-8588-8AC239678ED5}" srcOrd="11" destOrd="0" presId="urn:microsoft.com/office/officeart/2008/layout/LinedList"/>
    <dgm:cxn modelId="{C9A9C02F-5BCA-471E-B2A7-89C39841157A}" type="presParOf" srcId="{418684F2-5AC3-447A-8588-8AC239678ED5}" destId="{E9893040-040B-4D62-B770-B688141F47DC}" srcOrd="0" destOrd="0" presId="urn:microsoft.com/office/officeart/2008/layout/LinedList"/>
    <dgm:cxn modelId="{EDBEDF2F-67F2-4AD9-82D5-B16C528C69B0}" type="presParOf" srcId="{418684F2-5AC3-447A-8588-8AC239678ED5}" destId="{AC7FC94E-3588-4DBD-B906-A952A112FDE1}" srcOrd="1" destOrd="0" presId="urn:microsoft.com/office/officeart/2008/layout/LinedList"/>
    <dgm:cxn modelId="{1894CA0B-9267-4C25-9065-ADD27E0B0AD1}" type="presParOf" srcId="{47397B64-C1B8-4FA1-BB1F-D30149B5C5BE}" destId="{63A08173-360E-4C89-8EDA-53DFB14BEE60}" srcOrd="12" destOrd="0" presId="urn:microsoft.com/office/officeart/2008/layout/LinedList"/>
    <dgm:cxn modelId="{886C59E4-C5A8-40BB-A854-9546EA978E03}" type="presParOf" srcId="{47397B64-C1B8-4FA1-BB1F-D30149B5C5BE}" destId="{923A01D0-2AE2-4588-A371-20118B594CD9}" srcOrd="13" destOrd="0" presId="urn:microsoft.com/office/officeart/2008/layout/LinedList"/>
    <dgm:cxn modelId="{4D3CC379-A771-4B70-967E-173585A364A9}" type="presParOf" srcId="{923A01D0-2AE2-4588-A371-20118B594CD9}" destId="{A15BDFEA-ECB3-41C4-B06E-0F47170D15F5}" srcOrd="0" destOrd="0" presId="urn:microsoft.com/office/officeart/2008/layout/LinedList"/>
    <dgm:cxn modelId="{29A14848-DFF0-428C-87C9-98C746C9FAE2}" type="presParOf" srcId="{923A01D0-2AE2-4588-A371-20118B594CD9}" destId="{C5E11FCB-0A51-425D-BF92-093A20B49740}" srcOrd="1" destOrd="0" presId="urn:microsoft.com/office/officeart/2008/layout/LinedList"/>
    <dgm:cxn modelId="{0E22389C-81D0-4096-9D19-B26ABA44E64D}" type="presParOf" srcId="{47397B64-C1B8-4FA1-BB1F-D30149B5C5BE}" destId="{CBBDD473-649E-46F2-92C5-E3E90643368A}" srcOrd="14" destOrd="0" presId="urn:microsoft.com/office/officeart/2008/layout/LinedList"/>
    <dgm:cxn modelId="{4E6C6B5B-2B5C-43C5-94CA-1CC560904B99}" type="presParOf" srcId="{47397B64-C1B8-4FA1-BB1F-D30149B5C5BE}" destId="{F58A516A-8A06-4DEB-9DAF-8916618BE6D5}" srcOrd="15" destOrd="0" presId="urn:microsoft.com/office/officeart/2008/layout/LinedList"/>
    <dgm:cxn modelId="{462933B8-FD02-4DD2-8049-6600ECFEDA8C}" type="presParOf" srcId="{F58A516A-8A06-4DEB-9DAF-8916618BE6D5}" destId="{F67D2662-16CE-4837-AFDB-D9782EC2BF3E}" srcOrd="0" destOrd="0" presId="urn:microsoft.com/office/officeart/2008/layout/LinedList"/>
    <dgm:cxn modelId="{5E671147-0ED7-4B78-BFF1-B29F5A81C0E4}" type="presParOf" srcId="{F58A516A-8A06-4DEB-9DAF-8916618BE6D5}" destId="{925C36DB-68E8-4C1D-8E20-285A483A8B02}" srcOrd="1" destOrd="0" presId="urn:microsoft.com/office/officeart/2008/layout/LinedList"/>
    <dgm:cxn modelId="{61B32564-6EE3-43BC-9A86-E294514703F4}" type="presParOf" srcId="{47397B64-C1B8-4FA1-BB1F-D30149B5C5BE}" destId="{7F6BBA97-E1AB-4203-B66A-4F7CC638A973}" srcOrd="16" destOrd="0" presId="urn:microsoft.com/office/officeart/2008/layout/LinedList"/>
    <dgm:cxn modelId="{4F5E06C9-36AE-44BA-B2AA-147455D224E3}" type="presParOf" srcId="{47397B64-C1B8-4FA1-BB1F-D30149B5C5BE}" destId="{5BD26AD9-531F-4A81-ACF5-EAD225BFF901}" srcOrd="17" destOrd="0" presId="urn:microsoft.com/office/officeart/2008/layout/LinedList"/>
    <dgm:cxn modelId="{82585359-800E-483B-9AA2-3B47D3C1A506}" type="presParOf" srcId="{5BD26AD9-531F-4A81-ACF5-EAD225BFF901}" destId="{4C170079-14A3-49FD-821D-2B34BC4DB725}" srcOrd="0" destOrd="0" presId="urn:microsoft.com/office/officeart/2008/layout/LinedList"/>
    <dgm:cxn modelId="{9D210CFB-2BEE-43A0-9F63-001C92854B35}" type="presParOf" srcId="{5BD26AD9-531F-4A81-ACF5-EAD225BFF901}" destId="{87536E47-254B-41C3-BAC2-E263DD8BED76}" srcOrd="1" destOrd="0" presId="urn:microsoft.com/office/officeart/2008/layout/LinedList"/>
    <dgm:cxn modelId="{161AFD3C-9269-460D-9716-E29C217DDF7E}" type="presParOf" srcId="{47397B64-C1B8-4FA1-BB1F-D30149B5C5BE}" destId="{70447FE9-56E9-4189-99C2-72E52B898FC2}" srcOrd="18" destOrd="0" presId="urn:microsoft.com/office/officeart/2008/layout/LinedList"/>
    <dgm:cxn modelId="{835C6BF1-08C0-42C0-9B72-D1B9C499C75A}" type="presParOf" srcId="{47397B64-C1B8-4FA1-BB1F-D30149B5C5BE}" destId="{D72713C4-8247-4D21-885B-D0ADE9C6A149}" srcOrd="19" destOrd="0" presId="urn:microsoft.com/office/officeart/2008/layout/LinedList"/>
    <dgm:cxn modelId="{F2CD0185-D553-4827-BB07-ECDBAEEB2A44}" type="presParOf" srcId="{D72713C4-8247-4D21-885B-D0ADE9C6A149}" destId="{7A53A986-32B6-45A8-B531-5B63269C0594}" srcOrd="0" destOrd="0" presId="urn:microsoft.com/office/officeart/2008/layout/LinedList"/>
    <dgm:cxn modelId="{7E11A31F-D055-4D9C-BE21-FE08A7FD3048}" type="presParOf" srcId="{D72713C4-8247-4D21-885B-D0ADE9C6A149}" destId="{A521AF1D-8665-417C-A500-768AF1CC1EB7}" srcOrd="1" destOrd="0" presId="urn:microsoft.com/office/officeart/2008/layout/LinedList"/>
    <dgm:cxn modelId="{60F841E5-8B31-4024-A658-E34122A37BDD}" type="presParOf" srcId="{47397B64-C1B8-4FA1-BB1F-D30149B5C5BE}" destId="{7AF02AF6-27DE-40A2-8DFA-046F7C68895D}" srcOrd="20" destOrd="0" presId="urn:microsoft.com/office/officeart/2008/layout/LinedList"/>
    <dgm:cxn modelId="{21749EE4-BA05-42B3-986A-CE47D52457B8}" type="presParOf" srcId="{47397B64-C1B8-4FA1-BB1F-D30149B5C5BE}" destId="{40602E06-A49C-4ECF-B78B-5C7D7A9D54E9}" srcOrd="21" destOrd="0" presId="urn:microsoft.com/office/officeart/2008/layout/LinedList"/>
    <dgm:cxn modelId="{DE88100C-F35E-4F4B-BCB9-A654142B03EF}" type="presParOf" srcId="{40602E06-A49C-4ECF-B78B-5C7D7A9D54E9}" destId="{088FD0EA-106D-4DA3-9935-C0F5BFA45E3C}" srcOrd="0" destOrd="0" presId="urn:microsoft.com/office/officeart/2008/layout/LinedList"/>
    <dgm:cxn modelId="{5023B285-48D5-49D9-B810-3AB17506A573}" type="presParOf" srcId="{40602E06-A49C-4ECF-B78B-5C7D7A9D54E9}" destId="{5148A07F-CAD3-485C-A284-4E56E91CCBC6}" srcOrd="1" destOrd="0" presId="urn:microsoft.com/office/officeart/2008/layout/LinedList"/>
    <dgm:cxn modelId="{6784B5AD-AFBD-4783-910A-FC7DC627627F}" type="presParOf" srcId="{47397B64-C1B8-4FA1-BB1F-D30149B5C5BE}" destId="{01C841B4-8699-4BB7-BEE3-AD3A7908A35F}" srcOrd="22" destOrd="0" presId="urn:microsoft.com/office/officeart/2008/layout/LinedList"/>
    <dgm:cxn modelId="{40221C9C-19EF-4E8A-BC84-C1400322304D}" type="presParOf" srcId="{47397B64-C1B8-4FA1-BB1F-D30149B5C5BE}" destId="{0012D1F8-89F3-40FA-A1D4-26201F4B48B3}" srcOrd="23" destOrd="0" presId="urn:microsoft.com/office/officeart/2008/layout/LinedList"/>
    <dgm:cxn modelId="{D2B373B5-D7B6-4869-AF20-4B4179746D65}" type="presParOf" srcId="{0012D1F8-89F3-40FA-A1D4-26201F4B48B3}" destId="{DD74E3F8-D0CD-464F-A01D-1C5FF101B916}" srcOrd="0" destOrd="0" presId="urn:microsoft.com/office/officeart/2008/layout/LinedList"/>
    <dgm:cxn modelId="{58D041E9-B5AD-4A20-AA5E-74982A66C99B}" type="presParOf" srcId="{0012D1F8-89F3-40FA-A1D4-26201F4B48B3}" destId="{36592CD3-7DCC-44CB-8B69-6E983C67CF23}" srcOrd="1" destOrd="0" presId="urn:microsoft.com/office/officeart/2008/layout/LinedList"/>
    <dgm:cxn modelId="{A1EC6885-439D-4B85-B72A-35E4757F3818}" type="presParOf" srcId="{47397B64-C1B8-4FA1-BB1F-D30149B5C5BE}" destId="{630326F9-9D05-4138-8E66-4E7FD598FDED}" srcOrd="24" destOrd="0" presId="urn:microsoft.com/office/officeart/2008/layout/LinedList"/>
    <dgm:cxn modelId="{E7205F46-7249-4D5A-B5A1-E6CACB62872A}" type="presParOf" srcId="{47397B64-C1B8-4FA1-BB1F-D30149B5C5BE}" destId="{84A42872-C6A1-4505-9216-583729A1BFF4}" srcOrd="25" destOrd="0" presId="urn:microsoft.com/office/officeart/2008/layout/LinedList"/>
    <dgm:cxn modelId="{46971CDC-6F65-482F-8F9C-5A6F68C0CCBE}" type="presParOf" srcId="{84A42872-C6A1-4505-9216-583729A1BFF4}" destId="{277AE5A9-CC54-403A-A904-59863BE44152}" srcOrd="0" destOrd="0" presId="urn:microsoft.com/office/officeart/2008/layout/LinedList"/>
    <dgm:cxn modelId="{84B59CA7-2646-43CC-9C3F-B9457B186C00}" type="presParOf" srcId="{84A42872-C6A1-4505-9216-583729A1BFF4}" destId="{085B9DD5-7213-45C1-AEFC-60E7B5D97C7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C36416-AEF2-44F0-AC17-B3D79952AD5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7CBE3A2-2B41-4011-B228-495401CF0812}">
      <dgm:prSet/>
      <dgm:spPr/>
      <dgm:t>
        <a:bodyPr/>
        <a:lstStyle/>
        <a:p>
          <a:r>
            <a:rPr lang="en-US"/>
            <a:t>This project analyzes coffee shop sales data to identify key trends in revenue, product performance, and customer buying patterns.</a:t>
          </a:r>
        </a:p>
      </dgm:t>
    </dgm:pt>
    <dgm:pt modelId="{87435489-FC19-4ABD-B42D-2EF0986F1560}" type="parTrans" cxnId="{4EA6B4A0-EC0B-4CBE-851F-C6538645765E}">
      <dgm:prSet/>
      <dgm:spPr/>
      <dgm:t>
        <a:bodyPr/>
        <a:lstStyle/>
        <a:p>
          <a:endParaRPr lang="en-US"/>
        </a:p>
      </dgm:t>
    </dgm:pt>
    <dgm:pt modelId="{4B9F5532-34B4-4F9A-A9E9-BAD211E828D3}" type="sibTrans" cxnId="{4EA6B4A0-EC0B-4CBE-851F-C6538645765E}">
      <dgm:prSet/>
      <dgm:spPr/>
      <dgm:t>
        <a:bodyPr/>
        <a:lstStyle/>
        <a:p>
          <a:endParaRPr lang="en-US"/>
        </a:p>
      </dgm:t>
    </dgm:pt>
    <dgm:pt modelId="{D7F1C46B-C068-467F-A421-92AE6C90D1D4}">
      <dgm:prSet/>
      <dgm:spPr/>
      <dgm:t>
        <a:bodyPr/>
        <a:lstStyle/>
        <a:p>
          <a:r>
            <a:rPr lang="en-US"/>
            <a:t>Using tools like SQL, Databricks, and Excel, the data was processed and transformed into meaningful insights.</a:t>
          </a:r>
        </a:p>
      </dgm:t>
    </dgm:pt>
    <dgm:pt modelId="{CD5A98C6-753B-4685-89DD-301A642C4B3B}" type="parTrans" cxnId="{1CD3EB71-279E-4B0A-9BF2-150CF3A56F95}">
      <dgm:prSet/>
      <dgm:spPr/>
      <dgm:t>
        <a:bodyPr/>
        <a:lstStyle/>
        <a:p>
          <a:endParaRPr lang="en-US"/>
        </a:p>
      </dgm:t>
    </dgm:pt>
    <dgm:pt modelId="{D66B46C4-49E1-4260-95EA-2E7B0BB275B6}" type="sibTrans" cxnId="{1CD3EB71-279E-4B0A-9BF2-150CF3A56F95}">
      <dgm:prSet/>
      <dgm:spPr/>
      <dgm:t>
        <a:bodyPr/>
        <a:lstStyle/>
        <a:p>
          <a:endParaRPr lang="en-US"/>
        </a:p>
      </dgm:t>
    </dgm:pt>
    <dgm:pt modelId="{3F9A94DE-45E3-425D-9541-9243DD8CFA70}">
      <dgm:prSet/>
      <dgm:spPr/>
      <dgm:t>
        <a:bodyPr/>
        <a:lstStyle/>
        <a:p>
          <a:r>
            <a:rPr lang="en-US"/>
            <a:t>The project aims to identify high-performing products, peak sales periods, and differences in store performance. These insights are then used to provide practical recommendations that can help improve revenue, optimize operations, and enhance customer satisfaction.</a:t>
          </a:r>
        </a:p>
      </dgm:t>
    </dgm:pt>
    <dgm:pt modelId="{E82E6CEE-12D0-41EA-8417-8E0F0414D0B1}" type="parTrans" cxnId="{CD1D682A-238A-466B-A559-D2ABF51F6783}">
      <dgm:prSet/>
      <dgm:spPr/>
      <dgm:t>
        <a:bodyPr/>
        <a:lstStyle/>
        <a:p>
          <a:endParaRPr lang="en-US"/>
        </a:p>
      </dgm:t>
    </dgm:pt>
    <dgm:pt modelId="{1E54EEA1-7A22-4CEB-A2E0-043436B577F2}" type="sibTrans" cxnId="{CD1D682A-238A-466B-A559-D2ABF51F6783}">
      <dgm:prSet/>
      <dgm:spPr/>
      <dgm:t>
        <a:bodyPr/>
        <a:lstStyle/>
        <a:p>
          <a:endParaRPr lang="en-US"/>
        </a:p>
      </dgm:t>
    </dgm:pt>
    <dgm:pt modelId="{8CFD4F58-7729-4A68-8653-39DD651157D9}">
      <dgm:prSet/>
      <dgm:spPr/>
      <dgm:t>
        <a:bodyPr/>
        <a:lstStyle/>
        <a:p>
          <a:r>
            <a:rPr lang="en-US"/>
            <a:t>The goal is to support better business decisions and improve overall performance.</a:t>
          </a:r>
        </a:p>
      </dgm:t>
    </dgm:pt>
    <dgm:pt modelId="{E31C4D21-9DEC-4DF7-B4CF-08B7CC6D9215}" type="parTrans" cxnId="{9EEC52F2-582B-403D-A502-0B0D1B065A26}">
      <dgm:prSet/>
      <dgm:spPr/>
      <dgm:t>
        <a:bodyPr/>
        <a:lstStyle/>
        <a:p>
          <a:endParaRPr lang="en-US"/>
        </a:p>
      </dgm:t>
    </dgm:pt>
    <dgm:pt modelId="{CFBB1A23-319A-412A-A157-D9782BC89CA7}" type="sibTrans" cxnId="{9EEC52F2-582B-403D-A502-0B0D1B065A26}">
      <dgm:prSet/>
      <dgm:spPr/>
      <dgm:t>
        <a:bodyPr/>
        <a:lstStyle/>
        <a:p>
          <a:endParaRPr lang="en-US"/>
        </a:p>
      </dgm:t>
    </dgm:pt>
    <dgm:pt modelId="{A9AD9D12-3385-4F09-9904-CE1FF8736C33}" type="pres">
      <dgm:prSet presAssocID="{12C36416-AEF2-44F0-AC17-B3D79952AD55}" presName="root" presStyleCnt="0">
        <dgm:presLayoutVars>
          <dgm:dir/>
          <dgm:resizeHandles val="exact"/>
        </dgm:presLayoutVars>
      </dgm:prSet>
      <dgm:spPr/>
    </dgm:pt>
    <dgm:pt modelId="{7EC65927-8143-4DA5-8769-8F039DA9957C}" type="pres">
      <dgm:prSet presAssocID="{C7CBE3A2-2B41-4011-B228-495401CF0812}" presName="compNode" presStyleCnt="0"/>
      <dgm:spPr/>
    </dgm:pt>
    <dgm:pt modelId="{10D4CD6D-60D7-4B09-BD33-55980ECF3894}" type="pres">
      <dgm:prSet presAssocID="{C7CBE3A2-2B41-4011-B228-495401CF0812}" presName="bgRect" presStyleLbl="bgShp" presStyleIdx="0" presStyleCnt="4"/>
      <dgm:spPr/>
    </dgm:pt>
    <dgm:pt modelId="{26F2B0A4-FC11-4662-B2B1-48F5F92022B8}" type="pres">
      <dgm:prSet presAssocID="{C7CBE3A2-2B41-4011-B228-495401CF081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ffee"/>
        </a:ext>
      </dgm:extLst>
    </dgm:pt>
    <dgm:pt modelId="{A2B0C921-22B6-42C0-9E96-A7A7C6DE8DBE}" type="pres">
      <dgm:prSet presAssocID="{C7CBE3A2-2B41-4011-B228-495401CF0812}" presName="spaceRect" presStyleCnt="0"/>
      <dgm:spPr/>
    </dgm:pt>
    <dgm:pt modelId="{DC72590D-7CF5-4B19-95E4-AC985666F1F3}" type="pres">
      <dgm:prSet presAssocID="{C7CBE3A2-2B41-4011-B228-495401CF0812}" presName="parTx" presStyleLbl="revTx" presStyleIdx="0" presStyleCnt="4">
        <dgm:presLayoutVars>
          <dgm:chMax val="0"/>
          <dgm:chPref val="0"/>
        </dgm:presLayoutVars>
      </dgm:prSet>
      <dgm:spPr/>
    </dgm:pt>
    <dgm:pt modelId="{6BBF4CA0-CA79-4F5F-958E-B47560A1525D}" type="pres">
      <dgm:prSet presAssocID="{4B9F5532-34B4-4F9A-A9E9-BAD211E828D3}" presName="sibTrans" presStyleCnt="0"/>
      <dgm:spPr/>
    </dgm:pt>
    <dgm:pt modelId="{6343D3D1-F2E9-4CC8-ACD6-E4110D94F267}" type="pres">
      <dgm:prSet presAssocID="{D7F1C46B-C068-467F-A421-92AE6C90D1D4}" presName="compNode" presStyleCnt="0"/>
      <dgm:spPr/>
    </dgm:pt>
    <dgm:pt modelId="{41DA5CAA-6307-4BBF-BED4-CA21E0AB853A}" type="pres">
      <dgm:prSet presAssocID="{D7F1C46B-C068-467F-A421-92AE6C90D1D4}" presName="bgRect" presStyleLbl="bgShp" presStyleIdx="1" presStyleCnt="4"/>
      <dgm:spPr/>
    </dgm:pt>
    <dgm:pt modelId="{E46BC2F1-B1AA-42E8-A3D4-9163C0E10204}" type="pres">
      <dgm:prSet presAssocID="{D7F1C46B-C068-467F-A421-92AE6C90D1D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30E829E-EA57-41CE-9A1D-3ACE2417556A}" type="pres">
      <dgm:prSet presAssocID="{D7F1C46B-C068-467F-A421-92AE6C90D1D4}" presName="spaceRect" presStyleCnt="0"/>
      <dgm:spPr/>
    </dgm:pt>
    <dgm:pt modelId="{8A8D04A1-11C0-42C1-8F3A-C6D9597A99F1}" type="pres">
      <dgm:prSet presAssocID="{D7F1C46B-C068-467F-A421-92AE6C90D1D4}" presName="parTx" presStyleLbl="revTx" presStyleIdx="1" presStyleCnt="4">
        <dgm:presLayoutVars>
          <dgm:chMax val="0"/>
          <dgm:chPref val="0"/>
        </dgm:presLayoutVars>
      </dgm:prSet>
      <dgm:spPr/>
    </dgm:pt>
    <dgm:pt modelId="{E42FB707-3F8A-46D9-89B2-E6DFEE66A71D}" type="pres">
      <dgm:prSet presAssocID="{D66B46C4-49E1-4260-95EA-2E7B0BB275B6}" presName="sibTrans" presStyleCnt="0"/>
      <dgm:spPr/>
    </dgm:pt>
    <dgm:pt modelId="{41238D9A-DB94-46E7-965A-BF598CB0CF54}" type="pres">
      <dgm:prSet presAssocID="{3F9A94DE-45E3-425D-9541-9243DD8CFA70}" presName="compNode" presStyleCnt="0"/>
      <dgm:spPr/>
    </dgm:pt>
    <dgm:pt modelId="{10E65906-EE58-4331-9A14-5B719D299305}" type="pres">
      <dgm:prSet presAssocID="{3F9A94DE-45E3-425D-9541-9243DD8CFA70}" presName="bgRect" presStyleLbl="bgShp" presStyleIdx="2" presStyleCnt="4"/>
      <dgm:spPr/>
    </dgm:pt>
    <dgm:pt modelId="{0F43F53A-6FCB-4C53-ABF2-B43238311CD1}" type="pres">
      <dgm:prSet presAssocID="{3F9A94DE-45E3-425D-9541-9243DD8CFA7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4928DFAC-7B11-4C3B-9745-2B6C4DB65996}" type="pres">
      <dgm:prSet presAssocID="{3F9A94DE-45E3-425D-9541-9243DD8CFA70}" presName="spaceRect" presStyleCnt="0"/>
      <dgm:spPr/>
    </dgm:pt>
    <dgm:pt modelId="{9267D202-4198-4983-99AB-0C7438D6ED39}" type="pres">
      <dgm:prSet presAssocID="{3F9A94DE-45E3-425D-9541-9243DD8CFA70}" presName="parTx" presStyleLbl="revTx" presStyleIdx="2" presStyleCnt="4">
        <dgm:presLayoutVars>
          <dgm:chMax val="0"/>
          <dgm:chPref val="0"/>
        </dgm:presLayoutVars>
      </dgm:prSet>
      <dgm:spPr/>
    </dgm:pt>
    <dgm:pt modelId="{4A6A95D9-6638-4D36-8969-EFF103673601}" type="pres">
      <dgm:prSet presAssocID="{1E54EEA1-7A22-4CEB-A2E0-043436B577F2}" presName="sibTrans" presStyleCnt="0"/>
      <dgm:spPr/>
    </dgm:pt>
    <dgm:pt modelId="{174117BF-1667-4C53-856A-66A39297C44B}" type="pres">
      <dgm:prSet presAssocID="{8CFD4F58-7729-4A68-8653-39DD651157D9}" presName="compNode" presStyleCnt="0"/>
      <dgm:spPr/>
    </dgm:pt>
    <dgm:pt modelId="{F7DB23A1-A16E-49DD-888F-5E824D52ADD4}" type="pres">
      <dgm:prSet presAssocID="{8CFD4F58-7729-4A68-8653-39DD651157D9}" presName="bgRect" presStyleLbl="bgShp" presStyleIdx="3" presStyleCnt="4"/>
      <dgm:spPr/>
    </dgm:pt>
    <dgm:pt modelId="{BD7F4C3D-3607-4EF7-98BE-C2E95FA89BDC}" type="pres">
      <dgm:prSet presAssocID="{8CFD4F58-7729-4A68-8653-39DD651157D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D095B3B-CF7C-40B5-A8CB-F301C93DE3D7}" type="pres">
      <dgm:prSet presAssocID="{8CFD4F58-7729-4A68-8653-39DD651157D9}" presName="spaceRect" presStyleCnt="0"/>
      <dgm:spPr/>
    </dgm:pt>
    <dgm:pt modelId="{66C34A0D-B7A0-4BE1-A57A-15FE422D5BF3}" type="pres">
      <dgm:prSet presAssocID="{8CFD4F58-7729-4A68-8653-39DD651157D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9A2030E-8D3F-460C-A960-25658B8ECD9C}" type="presOf" srcId="{D7F1C46B-C068-467F-A421-92AE6C90D1D4}" destId="{8A8D04A1-11C0-42C1-8F3A-C6D9597A99F1}" srcOrd="0" destOrd="0" presId="urn:microsoft.com/office/officeart/2018/2/layout/IconVerticalSolidList"/>
    <dgm:cxn modelId="{E6BB6C19-A034-4BF3-8EC7-F4071B280C0F}" type="presOf" srcId="{8CFD4F58-7729-4A68-8653-39DD651157D9}" destId="{66C34A0D-B7A0-4BE1-A57A-15FE422D5BF3}" srcOrd="0" destOrd="0" presId="urn:microsoft.com/office/officeart/2018/2/layout/IconVerticalSolidList"/>
    <dgm:cxn modelId="{CD1D682A-238A-466B-A559-D2ABF51F6783}" srcId="{12C36416-AEF2-44F0-AC17-B3D79952AD55}" destId="{3F9A94DE-45E3-425D-9541-9243DD8CFA70}" srcOrd="2" destOrd="0" parTransId="{E82E6CEE-12D0-41EA-8417-8E0F0414D0B1}" sibTransId="{1E54EEA1-7A22-4CEB-A2E0-043436B577F2}"/>
    <dgm:cxn modelId="{A286E03A-8DB8-4B83-AF67-85CBFAB3D772}" type="presOf" srcId="{C7CBE3A2-2B41-4011-B228-495401CF0812}" destId="{DC72590D-7CF5-4B19-95E4-AC985666F1F3}" srcOrd="0" destOrd="0" presId="urn:microsoft.com/office/officeart/2018/2/layout/IconVerticalSolidList"/>
    <dgm:cxn modelId="{1CD3EB71-279E-4B0A-9BF2-150CF3A56F95}" srcId="{12C36416-AEF2-44F0-AC17-B3D79952AD55}" destId="{D7F1C46B-C068-467F-A421-92AE6C90D1D4}" srcOrd="1" destOrd="0" parTransId="{CD5A98C6-753B-4685-89DD-301A642C4B3B}" sibTransId="{D66B46C4-49E1-4260-95EA-2E7B0BB275B6}"/>
    <dgm:cxn modelId="{A038869F-3645-4F6D-8D69-2C82960348DA}" type="presOf" srcId="{12C36416-AEF2-44F0-AC17-B3D79952AD55}" destId="{A9AD9D12-3385-4F09-9904-CE1FF8736C33}" srcOrd="0" destOrd="0" presId="urn:microsoft.com/office/officeart/2018/2/layout/IconVerticalSolidList"/>
    <dgm:cxn modelId="{4EA6B4A0-EC0B-4CBE-851F-C6538645765E}" srcId="{12C36416-AEF2-44F0-AC17-B3D79952AD55}" destId="{C7CBE3A2-2B41-4011-B228-495401CF0812}" srcOrd="0" destOrd="0" parTransId="{87435489-FC19-4ABD-B42D-2EF0986F1560}" sibTransId="{4B9F5532-34B4-4F9A-A9E9-BAD211E828D3}"/>
    <dgm:cxn modelId="{AD59ACE9-47F8-421E-8853-3B914A57EA69}" type="presOf" srcId="{3F9A94DE-45E3-425D-9541-9243DD8CFA70}" destId="{9267D202-4198-4983-99AB-0C7438D6ED39}" srcOrd="0" destOrd="0" presId="urn:microsoft.com/office/officeart/2018/2/layout/IconVerticalSolidList"/>
    <dgm:cxn modelId="{9EEC52F2-582B-403D-A502-0B0D1B065A26}" srcId="{12C36416-AEF2-44F0-AC17-B3D79952AD55}" destId="{8CFD4F58-7729-4A68-8653-39DD651157D9}" srcOrd="3" destOrd="0" parTransId="{E31C4D21-9DEC-4DF7-B4CF-08B7CC6D9215}" sibTransId="{CFBB1A23-319A-412A-A157-D9782BC89CA7}"/>
    <dgm:cxn modelId="{2413249F-2338-4781-BD80-07C4300E8019}" type="presParOf" srcId="{A9AD9D12-3385-4F09-9904-CE1FF8736C33}" destId="{7EC65927-8143-4DA5-8769-8F039DA9957C}" srcOrd="0" destOrd="0" presId="urn:microsoft.com/office/officeart/2018/2/layout/IconVerticalSolidList"/>
    <dgm:cxn modelId="{132178CA-97B9-4A0C-9874-53AED89695DB}" type="presParOf" srcId="{7EC65927-8143-4DA5-8769-8F039DA9957C}" destId="{10D4CD6D-60D7-4B09-BD33-55980ECF3894}" srcOrd="0" destOrd="0" presId="urn:microsoft.com/office/officeart/2018/2/layout/IconVerticalSolidList"/>
    <dgm:cxn modelId="{0B6AC44C-5C43-4598-883E-FB2EF2575738}" type="presParOf" srcId="{7EC65927-8143-4DA5-8769-8F039DA9957C}" destId="{26F2B0A4-FC11-4662-B2B1-48F5F92022B8}" srcOrd="1" destOrd="0" presId="urn:microsoft.com/office/officeart/2018/2/layout/IconVerticalSolidList"/>
    <dgm:cxn modelId="{BDE24DE9-4B52-4859-AFC8-676A222C1074}" type="presParOf" srcId="{7EC65927-8143-4DA5-8769-8F039DA9957C}" destId="{A2B0C921-22B6-42C0-9E96-A7A7C6DE8DBE}" srcOrd="2" destOrd="0" presId="urn:microsoft.com/office/officeart/2018/2/layout/IconVerticalSolidList"/>
    <dgm:cxn modelId="{27D6EB92-C2D6-4842-BD3C-47C6C3C66ACE}" type="presParOf" srcId="{7EC65927-8143-4DA5-8769-8F039DA9957C}" destId="{DC72590D-7CF5-4B19-95E4-AC985666F1F3}" srcOrd="3" destOrd="0" presId="urn:microsoft.com/office/officeart/2018/2/layout/IconVerticalSolidList"/>
    <dgm:cxn modelId="{DB7DE114-3B94-44FB-9071-240C71591086}" type="presParOf" srcId="{A9AD9D12-3385-4F09-9904-CE1FF8736C33}" destId="{6BBF4CA0-CA79-4F5F-958E-B47560A1525D}" srcOrd="1" destOrd="0" presId="urn:microsoft.com/office/officeart/2018/2/layout/IconVerticalSolidList"/>
    <dgm:cxn modelId="{F6A8A220-8477-421F-9EB0-BBB10253208D}" type="presParOf" srcId="{A9AD9D12-3385-4F09-9904-CE1FF8736C33}" destId="{6343D3D1-F2E9-4CC8-ACD6-E4110D94F267}" srcOrd="2" destOrd="0" presId="urn:microsoft.com/office/officeart/2018/2/layout/IconVerticalSolidList"/>
    <dgm:cxn modelId="{EF752EE8-6814-48B4-8821-8AC41650FFF4}" type="presParOf" srcId="{6343D3D1-F2E9-4CC8-ACD6-E4110D94F267}" destId="{41DA5CAA-6307-4BBF-BED4-CA21E0AB853A}" srcOrd="0" destOrd="0" presId="urn:microsoft.com/office/officeart/2018/2/layout/IconVerticalSolidList"/>
    <dgm:cxn modelId="{90CF416A-4127-4EE1-A562-A9A35A92F4BC}" type="presParOf" srcId="{6343D3D1-F2E9-4CC8-ACD6-E4110D94F267}" destId="{E46BC2F1-B1AA-42E8-A3D4-9163C0E10204}" srcOrd="1" destOrd="0" presId="urn:microsoft.com/office/officeart/2018/2/layout/IconVerticalSolidList"/>
    <dgm:cxn modelId="{CF41BE86-2889-4517-A04B-9A278AC0CE8A}" type="presParOf" srcId="{6343D3D1-F2E9-4CC8-ACD6-E4110D94F267}" destId="{830E829E-EA57-41CE-9A1D-3ACE2417556A}" srcOrd="2" destOrd="0" presId="urn:microsoft.com/office/officeart/2018/2/layout/IconVerticalSolidList"/>
    <dgm:cxn modelId="{C0601BFF-B306-4B37-8367-1879F1FE3489}" type="presParOf" srcId="{6343D3D1-F2E9-4CC8-ACD6-E4110D94F267}" destId="{8A8D04A1-11C0-42C1-8F3A-C6D9597A99F1}" srcOrd="3" destOrd="0" presId="urn:microsoft.com/office/officeart/2018/2/layout/IconVerticalSolidList"/>
    <dgm:cxn modelId="{E3A3FC6F-B924-40A0-A0D1-B20065A2A4F9}" type="presParOf" srcId="{A9AD9D12-3385-4F09-9904-CE1FF8736C33}" destId="{E42FB707-3F8A-46D9-89B2-E6DFEE66A71D}" srcOrd="3" destOrd="0" presId="urn:microsoft.com/office/officeart/2018/2/layout/IconVerticalSolidList"/>
    <dgm:cxn modelId="{A81A0913-3880-48AE-981D-50727AC2A61C}" type="presParOf" srcId="{A9AD9D12-3385-4F09-9904-CE1FF8736C33}" destId="{41238D9A-DB94-46E7-965A-BF598CB0CF54}" srcOrd="4" destOrd="0" presId="urn:microsoft.com/office/officeart/2018/2/layout/IconVerticalSolidList"/>
    <dgm:cxn modelId="{2BB58403-6FB9-4C9A-AB9C-6648C05FE94C}" type="presParOf" srcId="{41238D9A-DB94-46E7-965A-BF598CB0CF54}" destId="{10E65906-EE58-4331-9A14-5B719D299305}" srcOrd="0" destOrd="0" presId="urn:microsoft.com/office/officeart/2018/2/layout/IconVerticalSolidList"/>
    <dgm:cxn modelId="{2E64786E-6829-4E3D-867B-8E451175CAEB}" type="presParOf" srcId="{41238D9A-DB94-46E7-965A-BF598CB0CF54}" destId="{0F43F53A-6FCB-4C53-ABF2-B43238311CD1}" srcOrd="1" destOrd="0" presId="urn:microsoft.com/office/officeart/2018/2/layout/IconVerticalSolidList"/>
    <dgm:cxn modelId="{75832419-BB0F-402B-8041-922EEE6DE851}" type="presParOf" srcId="{41238D9A-DB94-46E7-965A-BF598CB0CF54}" destId="{4928DFAC-7B11-4C3B-9745-2B6C4DB65996}" srcOrd="2" destOrd="0" presId="urn:microsoft.com/office/officeart/2018/2/layout/IconVerticalSolidList"/>
    <dgm:cxn modelId="{DC49FB1E-8CCE-4607-84D4-D4E35258F2CB}" type="presParOf" srcId="{41238D9A-DB94-46E7-965A-BF598CB0CF54}" destId="{9267D202-4198-4983-99AB-0C7438D6ED39}" srcOrd="3" destOrd="0" presId="urn:microsoft.com/office/officeart/2018/2/layout/IconVerticalSolidList"/>
    <dgm:cxn modelId="{C69246AA-6FD2-4831-9EF3-AA5F10EAD4B2}" type="presParOf" srcId="{A9AD9D12-3385-4F09-9904-CE1FF8736C33}" destId="{4A6A95D9-6638-4D36-8969-EFF103673601}" srcOrd="5" destOrd="0" presId="urn:microsoft.com/office/officeart/2018/2/layout/IconVerticalSolidList"/>
    <dgm:cxn modelId="{3A5D33AB-FF4A-44DD-A0EE-D5D758D7D363}" type="presParOf" srcId="{A9AD9D12-3385-4F09-9904-CE1FF8736C33}" destId="{174117BF-1667-4C53-856A-66A39297C44B}" srcOrd="6" destOrd="0" presId="urn:microsoft.com/office/officeart/2018/2/layout/IconVerticalSolidList"/>
    <dgm:cxn modelId="{F89735B3-1A8F-4D54-9258-1040AB80A0DB}" type="presParOf" srcId="{174117BF-1667-4C53-856A-66A39297C44B}" destId="{F7DB23A1-A16E-49DD-888F-5E824D52ADD4}" srcOrd="0" destOrd="0" presId="urn:microsoft.com/office/officeart/2018/2/layout/IconVerticalSolidList"/>
    <dgm:cxn modelId="{E648B530-6D22-4198-9A11-BF4B689AF5F5}" type="presParOf" srcId="{174117BF-1667-4C53-856A-66A39297C44B}" destId="{BD7F4C3D-3607-4EF7-98BE-C2E95FA89BDC}" srcOrd="1" destOrd="0" presId="urn:microsoft.com/office/officeart/2018/2/layout/IconVerticalSolidList"/>
    <dgm:cxn modelId="{D4B2F463-C14F-459C-A378-E6A5E0F47171}" type="presParOf" srcId="{174117BF-1667-4C53-856A-66A39297C44B}" destId="{FD095B3B-CF7C-40B5-A8CB-F301C93DE3D7}" srcOrd="2" destOrd="0" presId="urn:microsoft.com/office/officeart/2018/2/layout/IconVerticalSolidList"/>
    <dgm:cxn modelId="{52D2806B-64D5-4686-BD45-85ADDF6B27D0}" type="presParOf" srcId="{174117BF-1667-4C53-856A-66A39297C44B}" destId="{66C34A0D-B7A0-4BE1-A57A-15FE422D5BF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44C239E-A3E4-4793-B6B5-CAB9F08F2A5B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D417C98-0B71-4AB0-8256-EE9DE9FD863A}">
      <dgm:prSet/>
      <dgm:spPr/>
      <dgm:t>
        <a:bodyPr/>
        <a:lstStyle/>
        <a:p>
          <a:r>
            <a:rPr lang="en-US"/>
            <a:t>Identify top-performing products and categories</a:t>
          </a:r>
        </a:p>
      </dgm:t>
    </dgm:pt>
    <dgm:pt modelId="{3040CB1A-798A-4FEF-A30B-AAF39834566F}" type="parTrans" cxnId="{32952F21-56F3-452D-A98C-897569185D02}">
      <dgm:prSet/>
      <dgm:spPr/>
      <dgm:t>
        <a:bodyPr/>
        <a:lstStyle/>
        <a:p>
          <a:endParaRPr lang="en-US"/>
        </a:p>
      </dgm:t>
    </dgm:pt>
    <dgm:pt modelId="{F5CBFFE9-6A33-41E2-B1E3-6E7C84D95746}" type="sibTrans" cxnId="{32952F21-56F3-452D-A98C-897569185D0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3EEB470A-6B7B-4F8D-8BA1-10AF3D70C65F}">
      <dgm:prSet/>
      <dgm:spPr/>
      <dgm:t>
        <a:bodyPr/>
        <a:lstStyle/>
        <a:p>
          <a:r>
            <a:rPr lang="en-US"/>
            <a:t>Analyze total revenue and sales trends</a:t>
          </a:r>
        </a:p>
      </dgm:t>
    </dgm:pt>
    <dgm:pt modelId="{3D2F8400-DF8F-41DA-8AD8-BC23DE52FFAE}" type="parTrans" cxnId="{2FA257F5-7A21-4180-B7A9-F573197F4EC9}">
      <dgm:prSet/>
      <dgm:spPr/>
      <dgm:t>
        <a:bodyPr/>
        <a:lstStyle/>
        <a:p>
          <a:endParaRPr lang="en-US"/>
        </a:p>
      </dgm:t>
    </dgm:pt>
    <dgm:pt modelId="{101670DB-FFBA-421A-8B13-5112DECEDAD3}" type="sibTrans" cxnId="{2FA257F5-7A21-4180-B7A9-F573197F4EC9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1C05DB50-AED7-4B9F-835D-9833A80F5AC2}">
      <dgm:prSet/>
      <dgm:spPr/>
      <dgm:t>
        <a:bodyPr/>
        <a:lstStyle/>
        <a:p>
          <a:r>
            <a:rPr lang="en-US"/>
            <a:t>Determine peak sales times and customer patterns</a:t>
          </a:r>
        </a:p>
      </dgm:t>
    </dgm:pt>
    <dgm:pt modelId="{C1A9D3A8-2086-4EBC-AE6F-898C66A49E15}" type="parTrans" cxnId="{620FE436-E5A3-4373-BF04-65905C02AB4D}">
      <dgm:prSet/>
      <dgm:spPr/>
      <dgm:t>
        <a:bodyPr/>
        <a:lstStyle/>
        <a:p>
          <a:endParaRPr lang="en-US"/>
        </a:p>
      </dgm:t>
    </dgm:pt>
    <dgm:pt modelId="{EA471F68-C426-4A7C-9C69-4DF81AF9C72E}" type="sibTrans" cxnId="{620FE436-E5A3-4373-BF04-65905C02AB4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4205510A-717A-4D31-81F6-5C16BCDE1AC3}">
      <dgm:prSet/>
      <dgm:spPr/>
      <dgm:t>
        <a:bodyPr/>
        <a:lstStyle/>
        <a:p>
          <a:r>
            <a:rPr lang="en-US"/>
            <a:t>Compare performance across store locations</a:t>
          </a:r>
        </a:p>
      </dgm:t>
    </dgm:pt>
    <dgm:pt modelId="{81E15A8A-CE87-4AA8-80AE-E2F999C94309}" type="parTrans" cxnId="{85416E3B-09CC-4848-9150-73F40F55EE4C}">
      <dgm:prSet/>
      <dgm:spPr/>
      <dgm:t>
        <a:bodyPr/>
        <a:lstStyle/>
        <a:p>
          <a:endParaRPr lang="en-US"/>
        </a:p>
      </dgm:t>
    </dgm:pt>
    <dgm:pt modelId="{6D0780C3-00AD-4E0C-9F7F-EDFF0591DEFD}" type="sibTrans" cxnId="{85416E3B-09CC-4848-9150-73F40F55EE4C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668E38C9-0C63-411D-A347-69269138EB58}">
      <dgm:prSet/>
      <dgm:spPr/>
      <dgm:t>
        <a:bodyPr/>
        <a:lstStyle/>
        <a:p>
          <a:r>
            <a:rPr lang="en-US"/>
            <a:t>Provide data-driven recommendations to improve business performance</a:t>
          </a:r>
        </a:p>
      </dgm:t>
    </dgm:pt>
    <dgm:pt modelId="{01EA940E-B423-458A-B22A-9F3D387B7C15}" type="parTrans" cxnId="{DAB9A3A8-E872-4D41-B351-99E9B77A6957}">
      <dgm:prSet/>
      <dgm:spPr/>
      <dgm:t>
        <a:bodyPr/>
        <a:lstStyle/>
        <a:p>
          <a:endParaRPr lang="en-US"/>
        </a:p>
      </dgm:t>
    </dgm:pt>
    <dgm:pt modelId="{F3EA8A3F-BE7C-42B9-9F47-A15EEDBF76C1}" type="sibTrans" cxnId="{DAB9A3A8-E872-4D41-B351-99E9B77A6957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0E86B7AE-BF8D-4A79-9979-192D35C43AD7}" type="pres">
      <dgm:prSet presAssocID="{844C239E-A3E4-4793-B6B5-CAB9F08F2A5B}" presName="Name0" presStyleCnt="0">
        <dgm:presLayoutVars>
          <dgm:animLvl val="lvl"/>
          <dgm:resizeHandles val="exact"/>
        </dgm:presLayoutVars>
      </dgm:prSet>
      <dgm:spPr/>
    </dgm:pt>
    <dgm:pt modelId="{BA7DE416-8E1B-454B-B819-6B293E3F6299}" type="pres">
      <dgm:prSet presAssocID="{1D417C98-0B71-4AB0-8256-EE9DE9FD863A}" presName="compositeNode" presStyleCnt="0">
        <dgm:presLayoutVars>
          <dgm:bulletEnabled val="1"/>
        </dgm:presLayoutVars>
      </dgm:prSet>
      <dgm:spPr/>
    </dgm:pt>
    <dgm:pt modelId="{410DB5C8-3D08-415F-9458-2727C176C405}" type="pres">
      <dgm:prSet presAssocID="{1D417C98-0B71-4AB0-8256-EE9DE9FD863A}" presName="bgRect" presStyleLbl="bgAccFollowNode1" presStyleIdx="0" presStyleCnt="5"/>
      <dgm:spPr/>
    </dgm:pt>
    <dgm:pt modelId="{FB13AC86-FBFF-4666-ABB2-53949D1FBE56}" type="pres">
      <dgm:prSet presAssocID="{F5CBFFE9-6A33-41E2-B1E3-6E7C84D95746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E1AE2ACB-ADDC-4817-9537-4E44975A5885}" type="pres">
      <dgm:prSet presAssocID="{1D417C98-0B71-4AB0-8256-EE9DE9FD863A}" presName="bottomLine" presStyleLbl="alignNode1" presStyleIdx="1" presStyleCnt="10">
        <dgm:presLayoutVars/>
      </dgm:prSet>
      <dgm:spPr/>
    </dgm:pt>
    <dgm:pt modelId="{542449EC-E5CB-4CDA-86FB-15D0F8946E40}" type="pres">
      <dgm:prSet presAssocID="{1D417C98-0B71-4AB0-8256-EE9DE9FD863A}" presName="nodeText" presStyleLbl="bgAccFollowNode1" presStyleIdx="0" presStyleCnt="5">
        <dgm:presLayoutVars>
          <dgm:bulletEnabled val="1"/>
        </dgm:presLayoutVars>
      </dgm:prSet>
      <dgm:spPr/>
    </dgm:pt>
    <dgm:pt modelId="{149FA600-C34E-404E-83B8-38FA8E6E9F66}" type="pres">
      <dgm:prSet presAssocID="{F5CBFFE9-6A33-41E2-B1E3-6E7C84D95746}" presName="sibTrans" presStyleCnt="0"/>
      <dgm:spPr/>
    </dgm:pt>
    <dgm:pt modelId="{3ECE6443-31EF-46DD-AEA9-8C42EE6AC295}" type="pres">
      <dgm:prSet presAssocID="{3EEB470A-6B7B-4F8D-8BA1-10AF3D70C65F}" presName="compositeNode" presStyleCnt="0">
        <dgm:presLayoutVars>
          <dgm:bulletEnabled val="1"/>
        </dgm:presLayoutVars>
      </dgm:prSet>
      <dgm:spPr/>
    </dgm:pt>
    <dgm:pt modelId="{B6177C4C-751C-4119-8E4B-A98152434016}" type="pres">
      <dgm:prSet presAssocID="{3EEB470A-6B7B-4F8D-8BA1-10AF3D70C65F}" presName="bgRect" presStyleLbl="bgAccFollowNode1" presStyleIdx="1" presStyleCnt="5"/>
      <dgm:spPr/>
    </dgm:pt>
    <dgm:pt modelId="{AC79F727-3660-425A-A330-48CBD8E99231}" type="pres">
      <dgm:prSet presAssocID="{101670DB-FFBA-421A-8B13-5112DECEDAD3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58A078BA-79FE-424F-958C-C349FBDA07B1}" type="pres">
      <dgm:prSet presAssocID="{3EEB470A-6B7B-4F8D-8BA1-10AF3D70C65F}" presName="bottomLine" presStyleLbl="alignNode1" presStyleIdx="3" presStyleCnt="10">
        <dgm:presLayoutVars/>
      </dgm:prSet>
      <dgm:spPr/>
    </dgm:pt>
    <dgm:pt modelId="{D75DF1AE-AA1D-4918-8E8D-B143678BD90C}" type="pres">
      <dgm:prSet presAssocID="{3EEB470A-6B7B-4F8D-8BA1-10AF3D70C65F}" presName="nodeText" presStyleLbl="bgAccFollowNode1" presStyleIdx="1" presStyleCnt="5">
        <dgm:presLayoutVars>
          <dgm:bulletEnabled val="1"/>
        </dgm:presLayoutVars>
      </dgm:prSet>
      <dgm:spPr/>
    </dgm:pt>
    <dgm:pt modelId="{2F20EF92-439A-4FA8-9768-8372F73C9B6C}" type="pres">
      <dgm:prSet presAssocID="{101670DB-FFBA-421A-8B13-5112DECEDAD3}" presName="sibTrans" presStyleCnt="0"/>
      <dgm:spPr/>
    </dgm:pt>
    <dgm:pt modelId="{A77039C9-C8C2-4367-8D92-212D198C82C2}" type="pres">
      <dgm:prSet presAssocID="{1C05DB50-AED7-4B9F-835D-9833A80F5AC2}" presName="compositeNode" presStyleCnt="0">
        <dgm:presLayoutVars>
          <dgm:bulletEnabled val="1"/>
        </dgm:presLayoutVars>
      </dgm:prSet>
      <dgm:spPr/>
    </dgm:pt>
    <dgm:pt modelId="{14E27DC5-FC65-47A6-8472-0484E57926ED}" type="pres">
      <dgm:prSet presAssocID="{1C05DB50-AED7-4B9F-835D-9833A80F5AC2}" presName="bgRect" presStyleLbl="bgAccFollowNode1" presStyleIdx="2" presStyleCnt="5"/>
      <dgm:spPr/>
    </dgm:pt>
    <dgm:pt modelId="{BAFA06D9-F236-4AA5-8A9A-E8662FC5D62B}" type="pres">
      <dgm:prSet presAssocID="{EA471F68-C426-4A7C-9C69-4DF81AF9C72E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541C1BA8-20C7-47C4-B621-A234388ACB5D}" type="pres">
      <dgm:prSet presAssocID="{1C05DB50-AED7-4B9F-835D-9833A80F5AC2}" presName="bottomLine" presStyleLbl="alignNode1" presStyleIdx="5" presStyleCnt="10">
        <dgm:presLayoutVars/>
      </dgm:prSet>
      <dgm:spPr/>
    </dgm:pt>
    <dgm:pt modelId="{38A941B9-B5D7-4F73-BF56-8A327074848C}" type="pres">
      <dgm:prSet presAssocID="{1C05DB50-AED7-4B9F-835D-9833A80F5AC2}" presName="nodeText" presStyleLbl="bgAccFollowNode1" presStyleIdx="2" presStyleCnt="5">
        <dgm:presLayoutVars>
          <dgm:bulletEnabled val="1"/>
        </dgm:presLayoutVars>
      </dgm:prSet>
      <dgm:spPr/>
    </dgm:pt>
    <dgm:pt modelId="{82B4EFE8-2FB5-48C5-A900-943ABFC55EE2}" type="pres">
      <dgm:prSet presAssocID="{EA471F68-C426-4A7C-9C69-4DF81AF9C72E}" presName="sibTrans" presStyleCnt="0"/>
      <dgm:spPr/>
    </dgm:pt>
    <dgm:pt modelId="{ADCA69C1-0410-4806-91E5-24F858A99C70}" type="pres">
      <dgm:prSet presAssocID="{4205510A-717A-4D31-81F6-5C16BCDE1AC3}" presName="compositeNode" presStyleCnt="0">
        <dgm:presLayoutVars>
          <dgm:bulletEnabled val="1"/>
        </dgm:presLayoutVars>
      </dgm:prSet>
      <dgm:spPr/>
    </dgm:pt>
    <dgm:pt modelId="{76BFA973-CF5F-49DD-BA92-7B23F2101774}" type="pres">
      <dgm:prSet presAssocID="{4205510A-717A-4D31-81F6-5C16BCDE1AC3}" presName="bgRect" presStyleLbl="bgAccFollowNode1" presStyleIdx="3" presStyleCnt="5"/>
      <dgm:spPr/>
    </dgm:pt>
    <dgm:pt modelId="{69A98183-BAF4-4FB8-81C4-558A2C12245A}" type="pres">
      <dgm:prSet presAssocID="{6D0780C3-00AD-4E0C-9F7F-EDFF0591DEFD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F671C563-71F7-417E-85B1-023619611FA2}" type="pres">
      <dgm:prSet presAssocID="{4205510A-717A-4D31-81F6-5C16BCDE1AC3}" presName="bottomLine" presStyleLbl="alignNode1" presStyleIdx="7" presStyleCnt="10">
        <dgm:presLayoutVars/>
      </dgm:prSet>
      <dgm:spPr/>
    </dgm:pt>
    <dgm:pt modelId="{9629BD38-138A-406D-9EAE-EF6DBCAB4423}" type="pres">
      <dgm:prSet presAssocID="{4205510A-717A-4D31-81F6-5C16BCDE1AC3}" presName="nodeText" presStyleLbl="bgAccFollowNode1" presStyleIdx="3" presStyleCnt="5">
        <dgm:presLayoutVars>
          <dgm:bulletEnabled val="1"/>
        </dgm:presLayoutVars>
      </dgm:prSet>
      <dgm:spPr/>
    </dgm:pt>
    <dgm:pt modelId="{7BE9858A-2E24-425F-8595-E3ED1036C987}" type="pres">
      <dgm:prSet presAssocID="{6D0780C3-00AD-4E0C-9F7F-EDFF0591DEFD}" presName="sibTrans" presStyleCnt="0"/>
      <dgm:spPr/>
    </dgm:pt>
    <dgm:pt modelId="{A65678CD-5A71-4B87-987A-E6F89836EBF6}" type="pres">
      <dgm:prSet presAssocID="{668E38C9-0C63-411D-A347-69269138EB58}" presName="compositeNode" presStyleCnt="0">
        <dgm:presLayoutVars>
          <dgm:bulletEnabled val="1"/>
        </dgm:presLayoutVars>
      </dgm:prSet>
      <dgm:spPr/>
    </dgm:pt>
    <dgm:pt modelId="{2662F81E-349C-4CC9-AC7A-7FFB4471F2A1}" type="pres">
      <dgm:prSet presAssocID="{668E38C9-0C63-411D-A347-69269138EB58}" presName="bgRect" presStyleLbl="bgAccFollowNode1" presStyleIdx="4" presStyleCnt="5"/>
      <dgm:spPr/>
    </dgm:pt>
    <dgm:pt modelId="{C3FCA982-6F07-455F-8363-4CBC47C34F59}" type="pres">
      <dgm:prSet presAssocID="{F3EA8A3F-BE7C-42B9-9F47-A15EEDBF76C1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C05F03D6-5EEA-4F89-841D-3C0C4341E48D}" type="pres">
      <dgm:prSet presAssocID="{668E38C9-0C63-411D-A347-69269138EB58}" presName="bottomLine" presStyleLbl="alignNode1" presStyleIdx="9" presStyleCnt="10">
        <dgm:presLayoutVars/>
      </dgm:prSet>
      <dgm:spPr/>
    </dgm:pt>
    <dgm:pt modelId="{3D31FC2B-185A-452F-B9B6-B0584F5AB939}" type="pres">
      <dgm:prSet presAssocID="{668E38C9-0C63-411D-A347-69269138EB58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59874602-5ADC-4AE8-96F5-34E58408F9A0}" type="presOf" srcId="{EA471F68-C426-4A7C-9C69-4DF81AF9C72E}" destId="{BAFA06D9-F236-4AA5-8A9A-E8662FC5D62B}" srcOrd="0" destOrd="0" presId="urn:microsoft.com/office/officeart/2016/7/layout/BasicLinearProcessNumbered"/>
    <dgm:cxn modelId="{B7292E09-A2FD-454D-BABE-67B2C92D08E8}" type="presOf" srcId="{F5CBFFE9-6A33-41E2-B1E3-6E7C84D95746}" destId="{FB13AC86-FBFF-4666-ABB2-53949D1FBE56}" srcOrd="0" destOrd="0" presId="urn:microsoft.com/office/officeart/2016/7/layout/BasicLinearProcessNumbered"/>
    <dgm:cxn modelId="{B91FCD15-0977-4992-99EE-085777FFCC91}" type="presOf" srcId="{844C239E-A3E4-4793-B6B5-CAB9F08F2A5B}" destId="{0E86B7AE-BF8D-4A79-9979-192D35C43AD7}" srcOrd="0" destOrd="0" presId="urn:microsoft.com/office/officeart/2016/7/layout/BasicLinearProcessNumbered"/>
    <dgm:cxn modelId="{32952F21-56F3-452D-A98C-897569185D02}" srcId="{844C239E-A3E4-4793-B6B5-CAB9F08F2A5B}" destId="{1D417C98-0B71-4AB0-8256-EE9DE9FD863A}" srcOrd="0" destOrd="0" parTransId="{3040CB1A-798A-4FEF-A30B-AAF39834566F}" sibTransId="{F5CBFFE9-6A33-41E2-B1E3-6E7C84D95746}"/>
    <dgm:cxn modelId="{C36B8927-B659-4204-AC01-009C6509B5BE}" type="presOf" srcId="{1D417C98-0B71-4AB0-8256-EE9DE9FD863A}" destId="{542449EC-E5CB-4CDA-86FB-15D0F8946E40}" srcOrd="1" destOrd="0" presId="urn:microsoft.com/office/officeart/2016/7/layout/BasicLinearProcessNumbered"/>
    <dgm:cxn modelId="{620FE436-E5A3-4373-BF04-65905C02AB4D}" srcId="{844C239E-A3E4-4793-B6B5-CAB9F08F2A5B}" destId="{1C05DB50-AED7-4B9F-835D-9833A80F5AC2}" srcOrd="2" destOrd="0" parTransId="{C1A9D3A8-2086-4EBC-AE6F-898C66A49E15}" sibTransId="{EA471F68-C426-4A7C-9C69-4DF81AF9C72E}"/>
    <dgm:cxn modelId="{7EB84F3A-5957-495A-9807-6A010DC7439E}" type="presOf" srcId="{4205510A-717A-4D31-81F6-5C16BCDE1AC3}" destId="{76BFA973-CF5F-49DD-BA92-7B23F2101774}" srcOrd="0" destOrd="0" presId="urn:microsoft.com/office/officeart/2016/7/layout/BasicLinearProcessNumbered"/>
    <dgm:cxn modelId="{85416E3B-09CC-4848-9150-73F40F55EE4C}" srcId="{844C239E-A3E4-4793-B6B5-CAB9F08F2A5B}" destId="{4205510A-717A-4D31-81F6-5C16BCDE1AC3}" srcOrd="3" destOrd="0" parTransId="{81E15A8A-CE87-4AA8-80AE-E2F999C94309}" sibTransId="{6D0780C3-00AD-4E0C-9F7F-EDFF0591DEFD}"/>
    <dgm:cxn modelId="{04EC1E61-B229-4C85-A2D9-18E8AB390041}" type="presOf" srcId="{1C05DB50-AED7-4B9F-835D-9833A80F5AC2}" destId="{38A941B9-B5D7-4F73-BF56-8A327074848C}" srcOrd="1" destOrd="0" presId="urn:microsoft.com/office/officeart/2016/7/layout/BasicLinearProcessNumbered"/>
    <dgm:cxn modelId="{3E2EF266-3FEE-4673-BEED-281722048650}" type="presOf" srcId="{101670DB-FFBA-421A-8B13-5112DECEDAD3}" destId="{AC79F727-3660-425A-A330-48CBD8E99231}" srcOrd="0" destOrd="0" presId="urn:microsoft.com/office/officeart/2016/7/layout/BasicLinearProcessNumbered"/>
    <dgm:cxn modelId="{0C987E4D-D14F-46AD-A9D5-71ED293CCF7D}" type="presOf" srcId="{6D0780C3-00AD-4E0C-9F7F-EDFF0591DEFD}" destId="{69A98183-BAF4-4FB8-81C4-558A2C12245A}" srcOrd="0" destOrd="0" presId="urn:microsoft.com/office/officeart/2016/7/layout/BasicLinearProcessNumbered"/>
    <dgm:cxn modelId="{C835BF73-C88D-4686-BFE0-FE00DF031456}" type="presOf" srcId="{668E38C9-0C63-411D-A347-69269138EB58}" destId="{2662F81E-349C-4CC9-AC7A-7FFB4471F2A1}" srcOrd="0" destOrd="0" presId="urn:microsoft.com/office/officeart/2016/7/layout/BasicLinearProcessNumbered"/>
    <dgm:cxn modelId="{C87B7CA0-DC43-4392-BF47-1EC1F3D35D0B}" type="presOf" srcId="{1D417C98-0B71-4AB0-8256-EE9DE9FD863A}" destId="{410DB5C8-3D08-415F-9458-2727C176C405}" srcOrd="0" destOrd="0" presId="urn:microsoft.com/office/officeart/2016/7/layout/BasicLinearProcessNumbered"/>
    <dgm:cxn modelId="{BA916CA5-AFB1-4705-9736-5DFCE0BF7487}" type="presOf" srcId="{1C05DB50-AED7-4B9F-835D-9833A80F5AC2}" destId="{14E27DC5-FC65-47A6-8472-0484E57926ED}" srcOrd="0" destOrd="0" presId="urn:microsoft.com/office/officeart/2016/7/layout/BasicLinearProcessNumbered"/>
    <dgm:cxn modelId="{DAB9A3A8-E872-4D41-B351-99E9B77A6957}" srcId="{844C239E-A3E4-4793-B6B5-CAB9F08F2A5B}" destId="{668E38C9-0C63-411D-A347-69269138EB58}" srcOrd="4" destOrd="0" parTransId="{01EA940E-B423-458A-B22A-9F3D387B7C15}" sibTransId="{F3EA8A3F-BE7C-42B9-9F47-A15EEDBF76C1}"/>
    <dgm:cxn modelId="{7A8E27B0-0327-4FA0-BBED-A2FB5C371C73}" type="presOf" srcId="{668E38C9-0C63-411D-A347-69269138EB58}" destId="{3D31FC2B-185A-452F-B9B6-B0584F5AB939}" srcOrd="1" destOrd="0" presId="urn:microsoft.com/office/officeart/2016/7/layout/BasicLinearProcessNumbered"/>
    <dgm:cxn modelId="{2774A0B0-7099-4218-87E5-4C06C6817912}" type="presOf" srcId="{3EEB470A-6B7B-4F8D-8BA1-10AF3D70C65F}" destId="{D75DF1AE-AA1D-4918-8E8D-B143678BD90C}" srcOrd="1" destOrd="0" presId="urn:microsoft.com/office/officeart/2016/7/layout/BasicLinearProcessNumbered"/>
    <dgm:cxn modelId="{9FB458C6-B150-4B76-BA77-693E9BFC5079}" type="presOf" srcId="{4205510A-717A-4D31-81F6-5C16BCDE1AC3}" destId="{9629BD38-138A-406D-9EAE-EF6DBCAB4423}" srcOrd="1" destOrd="0" presId="urn:microsoft.com/office/officeart/2016/7/layout/BasicLinearProcessNumbered"/>
    <dgm:cxn modelId="{80894DEB-3260-4DB4-BB1F-980677C042D5}" type="presOf" srcId="{F3EA8A3F-BE7C-42B9-9F47-A15EEDBF76C1}" destId="{C3FCA982-6F07-455F-8363-4CBC47C34F59}" srcOrd="0" destOrd="0" presId="urn:microsoft.com/office/officeart/2016/7/layout/BasicLinearProcessNumbered"/>
    <dgm:cxn modelId="{A110C3EF-3BDB-41FC-AE94-D868D93F1804}" type="presOf" srcId="{3EEB470A-6B7B-4F8D-8BA1-10AF3D70C65F}" destId="{B6177C4C-751C-4119-8E4B-A98152434016}" srcOrd="0" destOrd="0" presId="urn:microsoft.com/office/officeart/2016/7/layout/BasicLinearProcessNumbered"/>
    <dgm:cxn modelId="{2FA257F5-7A21-4180-B7A9-F573197F4EC9}" srcId="{844C239E-A3E4-4793-B6B5-CAB9F08F2A5B}" destId="{3EEB470A-6B7B-4F8D-8BA1-10AF3D70C65F}" srcOrd="1" destOrd="0" parTransId="{3D2F8400-DF8F-41DA-8AD8-BC23DE52FFAE}" sibTransId="{101670DB-FFBA-421A-8B13-5112DECEDAD3}"/>
    <dgm:cxn modelId="{3E56CC2B-E859-4A55-B376-AA6597FCFF17}" type="presParOf" srcId="{0E86B7AE-BF8D-4A79-9979-192D35C43AD7}" destId="{BA7DE416-8E1B-454B-B819-6B293E3F6299}" srcOrd="0" destOrd="0" presId="urn:microsoft.com/office/officeart/2016/7/layout/BasicLinearProcessNumbered"/>
    <dgm:cxn modelId="{5BA42BEE-AE63-47B0-99C1-096DA0CB3732}" type="presParOf" srcId="{BA7DE416-8E1B-454B-B819-6B293E3F6299}" destId="{410DB5C8-3D08-415F-9458-2727C176C405}" srcOrd="0" destOrd="0" presId="urn:microsoft.com/office/officeart/2016/7/layout/BasicLinearProcessNumbered"/>
    <dgm:cxn modelId="{ECD6EF0C-2B27-47E5-8D64-88BABA42BE97}" type="presParOf" srcId="{BA7DE416-8E1B-454B-B819-6B293E3F6299}" destId="{FB13AC86-FBFF-4666-ABB2-53949D1FBE56}" srcOrd="1" destOrd="0" presId="urn:microsoft.com/office/officeart/2016/7/layout/BasicLinearProcessNumbered"/>
    <dgm:cxn modelId="{CE36FD92-8598-4835-A9FD-DA562D179675}" type="presParOf" srcId="{BA7DE416-8E1B-454B-B819-6B293E3F6299}" destId="{E1AE2ACB-ADDC-4817-9537-4E44975A5885}" srcOrd="2" destOrd="0" presId="urn:microsoft.com/office/officeart/2016/7/layout/BasicLinearProcessNumbered"/>
    <dgm:cxn modelId="{E4777C64-8B59-4FD5-85C0-06185E7102CF}" type="presParOf" srcId="{BA7DE416-8E1B-454B-B819-6B293E3F6299}" destId="{542449EC-E5CB-4CDA-86FB-15D0F8946E40}" srcOrd="3" destOrd="0" presId="urn:microsoft.com/office/officeart/2016/7/layout/BasicLinearProcessNumbered"/>
    <dgm:cxn modelId="{6DA89951-4E8C-4374-8621-F18B4C1B4155}" type="presParOf" srcId="{0E86B7AE-BF8D-4A79-9979-192D35C43AD7}" destId="{149FA600-C34E-404E-83B8-38FA8E6E9F66}" srcOrd="1" destOrd="0" presId="urn:microsoft.com/office/officeart/2016/7/layout/BasicLinearProcessNumbered"/>
    <dgm:cxn modelId="{9C5A10BB-FC02-45AF-970E-E0ED5AE74EFA}" type="presParOf" srcId="{0E86B7AE-BF8D-4A79-9979-192D35C43AD7}" destId="{3ECE6443-31EF-46DD-AEA9-8C42EE6AC295}" srcOrd="2" destOrd="0" presId="urn:microsoft.com/office/officeart/2016/7/layout/BasicLinearProcessNumbered"/>
    <dgm:cxn modelId="{224354FA-E5E5-4409-8850-BF9A76509F1D}" type="presParOf" srcId="{3ECE6443-31EF-46DD-AEA9-8C42EE6AC295}" destId="{B6177C4C-751C-4119-8E4B-A98152434016}" srcOrd="0" destOrd="0" presId="urn:microsoft.com/office/officeart/2016/7/layout/BasicLinearProcessNumbered"/>
    <dgm:cxn modelId="{5BF631FF-96F0-45FC-BBB8-4BBE38AB9791}" type="presParOf" srcId="{3ECE6443-31EF-46DD-AEA9-8C42EE6AC295}" destId="{AC79F727-3660-425A-A330-48CBD8E99231}" srcOrd="1" destOrd="0" presId="urn:microsoft.com/office/officeart/2016/7/layout/BasicLinearProcessNumbered"/>
    <dgm:cxn modelId="{06BE1A38-6CF3-4050-BC3D-8B17D421B7EE}" type="presParOf" srcId="{3ECE6443-31EF-46DD-AEA9-8C42EE6AC295}" destId="{58A078BA-79FE-424F-958C-C349FBDA07B1}" srcOrd="2" destOrd="0" presId="urn:microsoft.com/office/officeart/2016/7/layout/BasicLinearProcessNumbered"/>
    <dgm:cxn modelId="{87FA6B0A-DCAA-45F7-93CB-261FCCD25C5E}" type="presParOf" srcId="{3ECE6443-31EF-46DD-AEA9-8C42EE6AC295}" destId="{D75DF1AE-AA1D-4918-8E8D-B143678BD90C}" srcOrd="3" destOrd="0" presId="urn:microsoft.com/office/officeart/2016/7/layout/BasicLinearProcessNumbered"/>
    <dgm:cxn modelId="{39E9E2BF-AAE4-4BCA-9A5A-B9E1702CD894}" type="presParOf" srcId="{0E86B7AE-BF8D-4A79-9979-192D35C43AD7}" destId="{2F20EF92-439A-4FA8-9768-8372F73C9B6C}" srcOrd="3" destOrd="0" presId="urn:microsoft.com/office/officeart/2016/7/layout/BasicLinearProcessNumbered"/>
    <dgm:cxn modelId="{DEF3EEBC-F3ED-4FA3-AE46-99889433139C}" type="presParOf" srcId="{0E86B7AE-BF8D-4A79-9979-192D35C43AD7}" destId="{A77039C9-C8C2-4367-8D92-212D198C82C2}" srcOrd="4" destOrd="0" presId="urn:microsoft.com/office/officeart/2016/7/layout/BasicLinearProcessNumbered"/>
    <dgm:cxn modelId="{9A89CF0A-040E-44CD-8B58-C7E53F9AC90D}" type="presParOf" srcId="{A77039C9-C8C2-4367-8D92-212D198C82C2}" destId="{14E27DC5-FC65-47A6-8472-0484E57926ED}" srcOrd="0" destOrd="0" presId="urn:microsoft.com/office/officeart/2016/7/layout/BasicLinearProcessNumbered"/>
    <dgm:cxn modelId="{D875F3EA-8B94-44E2-87AF-95FF893FEAC3}" type="presParOf" srcId="{A77039C9-C8C2-4367-8D92-212D198C82C2}" destId="{BAFA06D9-F236-4AA5-8A9A-E8662FC5D62B}" srcOrd="1" destOrd="0" presId="urn:microsoft.com/office/officeart/2016/7/layout/BasicLinearProcessNumbered"/>
    <dgm:cxn modelId="{1619552B-0DD3-4A61-BBA9-D3B3F83A03FB}" type="presParOf" srcId="{A77039C9-C8C2-4367-8D92-212D198C82C2}" destId="{541C1BA8-20C7-47C4-B621-A234388ACB5D}" srcOrd="2" destOrd="0" presId="urn:microsoft.com/office/officeart/2016/7/layout/BasicLinearProcessNumbered"/>
    <dgm:cxn modelId="{16B813B2-D70F-4F8E-BEF2-2FA7D86F470E}" type="presParOf" srcId="{A77039C9-C8C2-4367-8D92-212D198C82C2}" destId="{38A941B9-B5D7-4F73-BF56-8A327074848C}" srcOrd="3" destOrd="0" presId="urn:microsoft.com/office/officeart/2016/7/layout/BasicLinearProcessNumbered"/>
    <dgm:cxn modelId="{B1B7B0E8-B2A5-44A7-92F4-03E45577C566}" type="presParOf" srcId="{0E86B7AE-BF8D-4A79-9979-192D35C43AD7}" destId="{82B4EFE8-2FB5-48C5-A900-943ABFC55EE2}" srcOrd="5" destOrd="0" presId="urn:microsoft.com/office/officeart/2016/7/layout/BasicLinearProcessNumbered"/>
    <dgm:cxn modelId="{60A89A1A-E779-4401-BB71-CD7974E616C2}" type="presParOf" srcId="{0E86B7AE-BF8D-4A79-9979-192D35C43AD7}" destId="{ADCA69C1-0410-4806-91E5-24F858A99C70}" srcOrd="6" destOrd="0" presId="urn:microsoft.com/office/officeart/2016/7/layout/BasicLinearProcessNumbered"/>
    <dgm:cxn modelId="{12094370-F5B9-479B-88A3-BF1741504340}" type="presParOf" srcId="{ADCA69C1-0410-4806-91E5-24F858A99C70}" destId="{76BFA973-CF5F-49DD-BA92-7B23F2101774}" srcOrd="0" destOrd="0" presId="urn:microsoft.com/office/officeart/2016/7/layout/BasicLinearProcessNumbered"/>
    <dgm:cxn modelId="{1C46F3DF-2E09-425B-B0AB-0885ACFAD8A3}" type="presParOf" srcId="{ADCA69C1-0410-4806-91E5-24F858A99C70}" destId="{69A98183-BAF4-4FB8-81C4-558A2C12245A}" srcOrd="1" destOrd="0" presId="urn:microsoft.com/office/officeart/2016/7/layout/BasicLinearProcessNumbered"/>
    <dgm:cxn modelId="{355596D9-7E2D-4717-89E3-BA11B3CEDC45}" type="presParOf" srcId="{ADCA69C1-0410-4806-91E5-24F858A99C70}" destId="{F671C563-71F7-417E-85B1-023619611FA2}" srcOrd="2" destOrd="0" presId="urn:microsoft.com/office/officeart/2016/7/layout/BasicLinearProcessNumbered"/>
    <dgm:cxn modelId="{133EF9EE-D32C-4EF0-9471-C45A0E1AED14}" type="presParOf" srcId="{ADCA69C1-0410-4806-91E5-24F858A99C70}" destId="{9629BD38-138A-406D-9EAE-EF6DBCAB4423}" srcOrd="3" destOrd="0" presId="urn:microsoft.com/office/officeart/2016/7/layout/BasicLinearProcessNumbered"/>
    <dgm:cxn modelId="{CE14592A-8AB5-4C89-B15B-9283230C9F14}" type="presParOf" srcId="{0E86B7AE-BF8D-4A79-9979-192D35C43AD7}" destId="{7BE9858A-2E24-425F-8595-E3ED1036C987}" srcOrd="7" destOrd="0" presId="urn:microsoft.com/office/officeart/2016/7/layout/BasicLinearProcessNumbered"/>
    <dgm:cxn modelId="{35E3959E-B0DB-43A0-BA0F-5BB11BADD17F}" type="presParOf" srcId="{0E86B7AE-BF8D-4A79-9979-192D35C43AD7}" destId="{A65678CD-5A71-4B87-987A-E6F89836EBF6}" srcOrd="8" destOrd="0" presId="urn:microsoft.com/office/officeart/2016/7/layout/BasicLinearProcessNumbered"/>
    <dgm:cxn modelId="{ECF2F17D-F84F-4424-AE63-873773B58855}" type="presParOf" srcId="{A65678CD-5A71-4B87-987A-E6F89836EBF6}" destId="{2662F81E-349C-4CC9-AC7A-7FFB4471F2A1}" srcOrd="0" destOrd="0" presId="urn:microsoft.com/office/officeart/2016/7/layout/BasicLinearProcessNumbered"/>
    <dgm:cxn modelId="{E565C057-986C-402B-8531-89CD0D1B08B9}" type="presParOf" srcId="{A65678CD-5A71-4B87-987A-E6F89836EBF6}" destId="{C3FCA982-6F07-455F-8363-4CBC47C34F59}" srcOrd="1" destOrd="0" presId="urn:microsoft.com/office/officeart/2016/7/layout/BasicLinearProcessNumbered"/>
    <dgm:cxn modelId="{60F58C0F-2C68-41DF-AE38-FE4668F67CA3}" type="presParOf" srcId="{A65678CD-5A71-4B87-987A-E6F89836EBF6}" destId="{C05F03D6-5EEA-4F89-841D-3C0C4341E48D}" srcOrd="2" destOrd="0" presId="urn:microsoft.com/office/officeart/2016/7/layout/BasicLinearProcessNumbered"/>
    <dgm:cxn modelId="{63666ADF-6D98-490F-82AA-440A4264861B}" type="presParOf" srcId="{A65678CD-5A71-4B87-987A-E6F89836EBF6}" destId="{3D31FC2B-185A-452F-B9B6-B0584F5AB93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0EBC356-011F-484A-AF45-1CA02B24942D}" type="doc">
      <dgm:prSet loTypeId="urn:microsoft.com/office/officeart/2005/8/layout/cycle8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C17FB72-7FF1-471F-96DA-A7A07B42A246}">
      <dgm:prSet/>
      <dgm:spPr/>
      <dgm:t>
        <a:bodyPr/>
        <a:lstStyle/>
        <a:p>
          <a:r>
            <a:rPr lang="en-US"/>
            <a:t>The dataset contains transactional sales data from a coffee shop.</a:t>
          </a:r>
        </a:p>
      </dgm:t>
    </dgm:pt>
    <dgm:pt modelId="{5B67C3E3-EBB8-473F-AF8C-3B03D0502986}" type="parTrans" cxnId="{9081C69B-209A-41FE-9066-69AFAB9975A3}">
      <dgm:prSet/>
      <dgm:spPr/>
      <dgm:t>
        <a:bodyPr/>
        <a:lstStyle/>
        <a:p>
          <a:endParaRPr lang="en-US"/>
        </a:p>
      </dgm:t>
    </dgm:pt>
    <dgm:pt modelId="{BC8C00E6-021C-43D6-B6B1-E4FA63BB528A}" type="sibTrans" cxnId="{9081C69B-209A-41FE-9066-69AFAB9975A3}">
      <dgm:prSet/>
      <dgm:spPr/>
      <dgm:t>
        <a:bodyPr/>
        <a:lstStyle/>
        <a:p>
          <a:endParaRPr lang="en-US"/>
        </a:p>
      </dgm:t>
    </dgm:pt>
    <dgm:pt modelId="{12265D0B-59CD-45D5-8693-CC1F743EFF0B}">
      <dgm:prSet/>
      <dgm:spPr/>
      <dgm:t>
        <a:bodyPr/>
        <a:lstStyle/>
        <a:p>
          <a:r>
            <a:rPr lang="en-US" dirty="0"/>
            <a:t>Records from a period of </a:t>
          </a:r>
          <a:r>
            <a:rPr lang="en-US" b="1" dirty="0"/>
            <a:t>6</a:t>
          </a:r>
          <a:r>
            <a:rPr lang="en-US" dirty="0"/>
            <a:t> months (</a:t>
          </a:r>
          <a:r>
            <a:rPr lang="en-US" b="1" dirty="0"/>
            <a:t>Jan – Jun </a:t>
          </a:r>
          <a:r>
            <a:rPr lang="en-US" dirty="0"/>
            <a:t>).</a:t>
          </a:r>
        </a:p>
      </dgm:t>
    </dgm:pt>
    <dgm:pt modelId="{7361DBAB-8B9C-4946-8E0A-0DB03BC2EC56}" type="parTrans" cxnId="{32FD090A-1AFD-4B98-8022-C993C1BB3371}">
      <dgm:prSet/>
      <dgm:spPr/>
      <dgm:t>
        <a:bodyPr/>
        <a:lstStyle/>
        <a:p>
          <a:endParaRPr lang="en-US"/>
        </a:p>
      </dgm:t>
    </dgm:pt>
    <dgm:pt modelId="{05043C88-ECF4-4787-B91B-62A6D6AA7901}" type="sibTrans" cxnId="{32FD090A-1AFD-4B98-8022-C993C1BB3371}">
      <dgm:prSet/>
      <dgm:spPr/>
      <dgm:t>
        <a:bodyPr/>
        <a:lstStyle/>
        <a:p>
          <a:endParaRPr lang="en-US"/>
        </a:p>
      </dgm:t>
    </dgm:pt>
    <dgm:pt modelId="{FD3AF908-A5AD-4141-8C40-64D0373C417F}">
      <dgm:prSet/>
      <dgm:spPr/>
      <dgm:t>
        <a:bodyPr/>
        <a:lstStyle/>
        <a:p>
          <a:r>
            <a:rPr lang="en-US"/>
            <a:t>Include </a:t>
          </a:r>
          <a:r>
            <a:rPr lang="en-US" b="1"/>
            <a:t>149117</a:t>
          </a:r>
          <a:r>
            <a:rPr lang="en-US"/>
            <a:t> rows.</a:t>
          </a:r>
        </a:p>
      </dgm:t>
    </dgm:pt>
    <dgm:pt modelId="{2382CDC3-4A8D-433A-A70B-260E13E72010}" type="parTrans" cxnId="{4BFE427F-AF79-4480-9643-55132612AD38}">
      <dgm:prSet/>
      <dgm:spPr/>
      <dgm:t>
        <a:bodyPr/>
        <a:lstStyle/>
        <a:p>
          <a:endParaRPr lang="en-US"/>
        </a:p>
      </dgm:t>
    </dgm:pt>
    <dgm:pt modelId="{5F7E9F87-42B5-4242-B7EC-5A87FCBCB4AC}" type="sibTrans" cxnId="{4BFE427F-AF79-4480-9643-55132612AD38}">
      <dgm:prSet/>
      <dgm:spPr/>
      <dgm:t>
        <a:bodyPr/>
        <a:lstStyle/>
        <a:p>
          <a:endParaRPr lang="en-US"/>
        </a:p>
      </dgm:t>
    </dgm:pt>
    <dgm:pt modelId="{9C1B1F7E-DCF5-49C6-B407-A4173F4B70CA}">
      <dgm:prSet/>
      <dgm:spPr/>
      <dgm:t>
        <a:bodyPr/>
        <a:lstStyle/>
        <a:p>
          <a:r>
            <a:rPr lang="en-US"/>
            <a:t>Key fields : </a:t>
          </a:r>
        </a:p>
      </dgm:t>
    </dgm:pt>
    <dgm:pt modelId="{521BA833-62E4-4967-917A-DB3F3B7CD986}" type="parTrans" cxnId="{8F7972B6-C453-42B1-9C95-93A1396A7463}">
      <dgm:prSet/>
      <dgm:spPr/>
      <dgm:t>
        <a:bodyPr/>
        <a:lstStyle/>
        <a:p>
          <a:endParaRPr lang="en-US"/>
        </a:p>
      </dgm:t>
    </dgm:pt>
    <dgm:pt modelId="{FE509C1A-C012-4033-9387-FAD63886132F}" type="sibTrans" cxnId="{8F7972B6-C453-42B1-9C95-93A1396A7463}">
      <dgm:prSet/>
      <dgm:spPr/>
      <dgm:t>
        <a:bodyPr/>
        <a:lstStyle/>
        <a:p>
          <a:endParaRPr lang="en-US"/>
        </a:p>
      </dgm:t>
    </dgm:pt>
    <dgm:pt modelId="{3AE20621-9FF3-4D47-8EBD-59ACBF6AA468}">
      <dgm:prSet/>
      <dgm:spPr/>
      <dgm:t>
        <a:bodyPr/>
        <a:lstStyle/>
        <a:p>
          <a:r>
            <a:rPr lang="en-US"/>
            <a:t>Store locations </a:t>
          </a:r>
        </a:p>
      </dgm:t>
    </dgm:pt>
    <dgm:pt modelId="{B8B1DE22-1798-4C37-B7B9-151FE8BDAE01}" type="parTrans" cxnId="{1072B0FD-4C17-4160-A812-E25561C407D3}">
      <dgm:prSet/>
      <dgm:spPr/>
      <dgm:t>
        <a:bodyPr/>
        <a:lstStyle/>
        <a:p>
          <a:endParaRPr lang="en-US"/>
        </a:p>
      </dgm:t>
    </dgm:pt>
    <dgm:pt modelId="{CB198F3A-BE37-4C4B-964E-198210673AC3}" type="sibTrans" cxnId="{1072B0FD-4C17-4160-A812-E25561C407D3}">
      <dgm:prSet/>
      <dgm:spPr/>
      <dgm:t>
        <a:bodyPr/>
        <a:lstStyle/>
        <a:p>
          <a:endParaRPr lang="en-US"/>
        </a:p>
      </dgm:t>
    </dgm:pt>
    <dgm:pt modelId="{8BC6E9DD-D415-4551-B99C-53D73B744564}">
      <dgm:prSet/>
      <dgm:spPr/>
      <dgm:t>
        <a:bodyPr/>
        <a:lstStyle/>
        <a:p>
          <a:r>
            <a:rPr lang="en-US"/>
            <a:t>Product category</a:t>
          </a:r>
        </a:p>
      </dgm:t>
    </dgm:pt>
    <dgm:pt modelId="{AA208EE3-B33F-4E1B-98C6-D0F6A5651079}" type="parTrans" cxnId="{47EAD188-3EDE-4749-9C42-4A8AA34D7CC8}">
      <dgm:prSet/>
      <dgm:spPr/>
      <dgm:t>
        <a:bodyPr/>
        <a:lstStyle/>
        <a:p>
          <a:endParaRPr lang="en-US"/>
        </a:p>
      </dgm:t>
    </dgm:pt>
    <dgm:pt modelId="{980723DF-1F57-453D-AA66-13F26F929848}" type="sibTrans" cxnId="{47EAD188-3EDE-4749-9C42-4A8AA34D7CC8}">
      <dgm:prSet/>
      <dgm:spPr/>
      <dgm:t>
        <a:bodyPr/>
        <a:lstStyle/>
        <a:p>
          <a:endParaRPr lang="en-US"/>
        </a:p>
      </dgm:t>
    </dgm:pt>
    <dgm:pt modelId="{62100AC5-7BB0-4A96-B9C3-42CE2A6376A1}">
      <dgm:prSet/>
      <dgm:spPr/>
      <dgm:t>
        <a:bodyPr/>
        <a:lstStyle/>
        <a:p>
          <a:r>
            <a:rPr lang="en-US"/>
            <a:t>Transaction time</a:t>
          </a:r>
        </a:p>
      </dgm:t>
    </dgm:pt>
    <dgm:pt modelId="{0C8FD10E-5CE7-4CF9-B9BE-9C5257AC195A}" type="parTrans" cxnId="{537190BE-E66C-4AC2-A4C5-6BE0E0ACD0C2}">
      <dgm:prSet/>
      <dgm:spPr/>
      <dgm:t>
        <a:bodyPr/>
        <a:lstStyle/>
        <a:p>
          <a:endParaRPr lang="en-US"/>
        </a:p>
      </dgm:t>
    </dgm:pt>
    <dgm:pt modelId="{B867577A-4906-4A2B-8495-CA5CEC18C5D1}" type="sibTrans" cxnId="{537190BE-E66C-4AC2-A4C5-6BE0E0ACD0C2}">
      <dgm:prSet/>
      <dgm:spPr/>
      <dgm:t>
        <a:bodyPr/>
        <a:lstStyle/>
        <a:p>
          <a:endParaRPr lang="en-US"/>
        </a:p>
      </dgm:t>
    </dgm:pt>
    <dgm:pt modelId="{BBEF17CD-23F9-4CDA-8D99-A3FEEE118DD2}">
      <dgm:prSet/>
      <dgm:spPr/>
      <dgm:t>
        <a:bodyPr/>
        <a:lstStyle/>
        <a:p>
          <a:r>
            <a:rPr lang="en-US"/>
            <a:t>Transaction Quantity</a:t>
          </a:r>
        </a:p>
      </dgm:t>
    </dgm:pt>
    <dgm:pt modelId="{4D76B0EF-C129-4D9A-B9FA-598AA4EDF5B2}" type="parTrans" cxnId="{E15BBF45-6DF6-45EC-9AFC-8C7B42040D2D}">
      <dgm:prSet/>
      <dgm:spPr/>
      <dgm:t>
        <a:bodyPr/>
        <a:lstStyle/>
        <a:p>
          <a:endParaRPr lang="en-US"/>
        </a:p>
      </dgm:t>
    </dgm:pt>
    <dgm:pt modelId="{39B3D025-0B9D-4578-A1D9-6B777FADA4D7}" type="sibTrans" cxnId="{E15BBF45-6DF6-45EC-9AFC-8C7B42040D2D}">
      <dgm:prSet/>
      <dgm:spPr/>
      <dgm:t>
        <a:bodyPr/>
        <a:lstStyle/>
        <a:p>
          <a:endParaRPr lang="en-US"/>
        </a:p>
      </dgm:t>
    </dgm:pt>
    <dgm:pt modelId="{2F015C2B-5FF7-4C20-BB79-3AF3B179A6A7}">
      <dgm:prSet/>
      <dgm:spPr/>
      <dgm:t>
        <a:bodyPr/>
        <a:lstStyle/>
        <a:p>
          <a:r>
            <a:rPr lang="en-US"/>
            <a:t>Unit price</a:t>
          </a:r>
        </a:p>
      </dgm:t>
    </dgm:pt>
    <dgm:pt modelId="{8EBBADB2-2E6D-4CAC-B770-D3C7617AA088}" type="parTrans" cxnId="{CD5B9C9F-F1A5-46A5-8DE1-5E5313C89460}">
      <dgm:prSet/>
      <dgm:spPr/>
      <dgm:t>
        <a:bodyPr/>
        <a:lstStyle/>
        <a:p>
          <a:endParaRPr lang="en-US"/>
        </a:p>
      </dgm:t>
    </dgm:pt>
    <dgm:pt modelId="{2C50EC05-392D-42CD-89E7-A770166A9AC9}" type="sibTrans" cxnId="{CD5B9C9F-F1A5-46A5-8DE1-5E5313C89460}">
      <dgm:prSet/>
      <dgm:spPr/>
      <dgm:t>
        <a:bodyPr/>
        <a:lstStyle/>
        <a:p>
          <a:endParaRPr lang="en-US"/>
        </a:p>
      </dgm:t>
    </dgm:pt>
    <dgm:pt modelId="{40B932EA-A07F-4ABE-A926-71955408ABA3}">
      <dgm:prSet/>
      <dgm:spPr/>
      <dgm:t>
        <a:bodyPr/>
        <a:lstStyle/>
        <a:p>
          <a:r>
            <a:rPr lang="en-US"/>
            <a:t>Transaction date</a:t>
          </a:r>
        </a:p>
      </dgm:t>
    </dgm:pt>
    <dgm:pt modelId="{A0DBEEF1-3873-45B7-9ADC-78302615367E}" type="parTrans" cxnId="{0BDD00AE-A779-4762-BE95-0C1CAD964461}">
      <dgm:prSet/>
      <dgm:spPr/>
      <dgm:t>
        <a:bodyPr/>
        <a:lstStyle/>
        <a:p>
          <a:endParaRPr lang="en-US"/>
        </a:p>
      </dgm:t>
    </dgm:pt>
    <dgm:pt modelId="{5F603D7E-9DD5-41F8-B5B3-7D989928C324}" type="sibTrans" cxnId="{0BDD00AE-A779-4762-BE95-0C1CAD964461}">
      <dgm:prSet/>
      <dgm:spPr/>
      <dgm:t>
        <a:bodyPr/>
        <a:lstStyle/>
        <a:p>
          <a:endParaRPr lang="en-US"/>
        </a:p>
      </dgm:t>
    </dgm:pt>
    <dgm:pt modelId="{4C190F71-C884-460F-9D9F-20F1732D4C77}">
      <dgm:prSet/>
      <dgm:spPr/>
      <dgm:t>
        <a:bodyPr/>
        <a:lstStyle/>
        <a:p>
          <a:r>
            <a:rPr lang="en-US"/>
            <a:t>Dataset contains </a:t>
          </a:r>
          <a:r>
            <a:rPr lang="en-US" b="1"/>
            <a:t>3</a:t>
          </a:r>
          <a:r>
            <a:rPr lang="en-US"/>
            <a:t> distinct store locations,</a:t>
          </a:r>
        </a:p>
      </dgm:t>
    </dgm:pt>
    <dgm:pt modelId="{6ADFAADD-B6E5-4BBB-BA51-DEB9693092AD}" type="parTrans" cxnId="{A5B5DF21-A27C-442C-986F-F9D856E7E2A5}">
      <dgm:prSet/>
      <dgm:spPr/>
      <dgm:t>
        <a:bodyPr/>
        <a:lstStyle/>
        <a:p>
          <a:endParaRPr lang="en-US"/>
        </a:p>
      </dgm:t>
    </dgm:pt>
    <dgm:pt modelId="{DE6FEF7F-13E8-4B5E-A748-20D01328FFF0}" type="sibTrans" cxnId="{A5B5DF21-A27C-442C-986F-F9D856E7E2A5}">
      <dgm:prSet/>
      <dgm:spPr/>
      <dgm:t>
        <a:bodyPr/>
        <a:lstStyle/>
        <a:p>
          <a:endParaRPr lang="en-US"/>
        </a:p>
      </dgm:t>
    </dgm:pt>
    <dgm:pt modelId="{0CE0615F-4B44-4779-A52B-95698EAE309F}">
      <dgm:prSet/>
      <dgm:spPr/>
      <dgm:t>
        <a:bodyPr/>
        <a:lstStyle/>
        <a:p>
          <a:r>
            <a:rPr lang="en-US" b="1"/>
            <a:t>9</a:t>
          </a:r>
          <a:r>
            <a:rPr lang="en-US"/>
            <a:t> Product category</a:t>
          </a:r>
        </a:p>
      </dgm:t>
    </dgm:pt>
    <dgm:pt modelId="{1055EB85-90CB-4ACA-BAA4-892A67A1C40D}" type="parTrans" cxnId="{C9715066-8DC3-4E72-BED3-8EE63C8FD760}">
      <dgm:prSet/>
      <dgm:spPr/>
      <dgm:t>
        <a:bodyPr/>
        <a:lstStyle/>
        <a:p>
          <a:endParaRPr lang="en-US"/>
        </a:p>
      </dgm:t>
    </dgm:pt>
    <dgm:pt modelId="{3C9870A2-EF84-421E-A41E-A263DFED37F5}" type="sibTrans" cxnId="{C9715066-8DC3-4E72-BED3-8EE63C8FD760}">
      <dgm:prSet/>
      <dgm:spPr/>
      <dgm:t>
        <a:bodyPr/>
        <a:lstStyle/>
        <a:p>
          <a:endParaRPr lang="en-US"/>
        </a:p>
      </dgm:t>
    </dgm:pt>
    <dgm:pt modelId="{A6283740-06C6-443E-AAD7-8FC2260B6C0A}">
      <dgm:prSet/>
      <dgm:spPr/>
      <dgm:t>
        <a:bodyPr/>
        <a:lstStyle/>
        <a:p>
          <a:r>
            <a:rPr lang="en-US"/>
            <a:t>A sum of R</a:t>
          </a:r>
          <a:r>
            <a:rPr lang="en-US" b="1"/>
            <a:t> 698,812.33 </a:t>
          </a:r>
          <a:r>
            <a:rPr lang="en-US"/>
            <a:t>total revenue.</a:t>
          </a:r>
        </a:p>
      </dgm:t>
    </dgm:pt>
    <dgm:pt modelId="{7CEE81EB-4778-43FA-8E7E-190832131057}" type="parTrans" cxnId="{FAE42CCC-33AC-431B-9CF2-71FEDDF7B3C1}">
      <dgm:prSet/>
      <dgm:spPr/>
      <dgm:t>
        <a:bodyPr/>
        <a:lstStyle/>
        <a:p>
          <a:endParaRPr lang="en-US"/>
        </a:p>
      </dgm:t>
    </dgm:pt>
    <dgm:pt modelId="{8E7A6611-0858-47AE-B27B-F85537BE02C5}" type="sibTrans" cxnId="{FAE42CCC-33AC-431B-9CF2-71FEDDF7B3C1}">
      <dgm:prSet/>
      <dgm:spPr/>
      <dgm:t>
        <a:bodyPr/>
        <a:lstStyle/>
        <a:p>
          <a:endParaRPr lang="en-US"/>
        </a:p>
      </dgm:t>
    </dgm:pt>
    <dgm:pt modelId="{45E1EF12-7A6C-4CD0-8AF0-23B969369C04}" type="pres">
      <dgm:prSet presAssocID="{20EBC356-011F-484A-AF45-1CA02B24942D}" presName="compositeShape" presStyleCnt="0">
        <dgm:presLayoutVars>
          <dgm:chMax val="7"/>
          <dgm:dir/>
          <dgm:resizeHandles val="exact"/>
        </dgm:presLayoutVars>
      </dgm:prSet>
      <dgm:spPr/>
    </dgm:pt>
    <dgm:pt modelId="{1A7049D8-FD13-4148-B99E-ED107E9C91E7}" type="pres">
      <dgm:prSet presAssocID="{20EBC356-011F-484A-AF45-1CA02B24942D}" presName="wedge1" presStyleLbl="node1" presStyleIdx="0" presStyleCnt="7"/>
      <dgm:spPr/>
    </dgm:pt>
    <dgm:pt modelId="{CDB3BA9E-039D-44F6-9580-153ABCEDB702}" type="pres">
      <dgm:prSet presAssocID="{20EBC356-011F-484A-AF45-1CA02B24942D}" presName="dummy1a" presStyleCnt="0"/>
      <dgm:spPr/>
    </dgm:pt>
    <dgm:pt modelId="{6EADBEAC-4656-4181-AD8A-4498FDD0F6A3}" type="pres">
      <dgm:prSet presAssocID="{20EBC356-011F-484A-AF45-1CA02B24942D}" presName="dummy1b" presStyleCnt="0"/>
      <dgm:spPr/>
    </dgm:pt>
    <dgm:pt modelId="{1DEE1A9C-0352-4D11-8A27-B44E809F75B2}" type="pres">
      <dgm:prSet presAssocID="{20EBC356-011F-484A-AF45-1CA02B24942D}" presName="wedge1Tx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6424A35A-ECE7-4D64-83A5-C418B63774CD}" type="pres">
      <dgm:prSet presAssocID="{20EBC356-011F-484A-AF45-1CA02B24942D}" presName="wedge2" presStyleLbl="node1" presStyleIdx="1" presStyleCnt="7"/>
      <dgm:spPr/>
    </dgm:pt>
    <dgm:pt modelId="{C2264900-F395-4579-9CE1-57D946224954}" type="pres">
      <dgm:prSet presAssocID="{20EBC356-011F-484A-AF45-1CA02B24942D}" presName="dummy2a" presStyleCnt="0"/>
      <dgm:spPr/>
    </dgm:pt>
    <dgm:pt modelId="{4E2CC48A-5C34-4115-A173-DD7108FBD796}" type="pres">
      <dgm:prSet presAssocID="{20EBC356-011F-484A-AF45-1CA02B24942D}" presName="dummy2b" presStyleCnt="0"/>
      <dgm:spPr/>
    </dgm:pt>
    <dgm:pt modelId="{CC86F335-E8AF-4F00-AEBA-B320D82EE0F9}" type="pres">
      <dgm:prSet presAssocID="{20EBC356-011F-484A-AF45-1CA02B24942D}" presName="wedge2Tx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ED178C8A-12DF-4601-BA16-07AA39169DDB}" type="pres">
      <dgm:prSet presAssocID="{20EBC356-011F-484A-AF45-1CA02B24942D}" presName="wedge3" presStyleLbl="node1" presStyleIdx="2" presStyleCnt="7"/>
      <dgm:spPr/>
    </dgm:pt>
    <dgm:pt modelId="{E65B4919-4BC3-4AF2-AE0E-10405C9D5878}" type="pres">
      <dgm:prSet presAssocID="{20EBC356-011F-484A-AF45-1CA02B24942D}" presName="dummy3a" presStyleCnt="0"/>
      <dgm:spPr/>
    </dgm:pt>
    <dgm:pt modelId="{62CB9D16-9D20-444F-8414-DA60F004B839}" type="pres">
      <dgm:prSet presAssocID="{20EBC356-011F-484A-AF45-1CA02B24942D}" presName="dummy3b" presStyleCnt="0"/>
      <dgm:spPr/>
    </dgm:pt>
    <dgm:pt modelId="{AF28A3D5-13EA-44A0-AA42-BC1D1428CAD6}" type="pres">
      <dgm:prSet presAssocID="{20EBC356-011F-484A-AF45-1CA02B24942D}" presName="wedge3Tx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B19F4776-6DD5-42BF-AA11-0C53571B11BA}" type="pres">
      <dgm:prSet presAssocID="{20EBC356-011F-484A-AF45-1CA02B24942D}" presName="wedge4" presStyleLbl="node1" presStyleIdx="3" presStyleCnt="7"/>
      <dgm:spPr/>
    </dgm:pt>
    <dgm:pt modelId="{B1140BCF-5601-4D63-B3AE-A75F2C7098D2}" type="pres">
      <dgm:prSet presAssocID="{20EBC356-011F-484A-AF45-1CA02B24942D}" presName="dummy4a" presStyleCnt="0"/>
      <dgm:spPr/>
    </dgm:pt>
    <dgm:pt modelId="{08FCCFEC-DD0E-424A-B715-3394501A355F}" type="pres">
      <dgm:prSet presAssocID="{20EBC356-011F-484A-AF45-1CA02B24942D}" presName="dummy4b" presStyleCnt="0"/>
      <dgm:spPr/>
    </dgm:pt>
    <dgm:pt modelId="{00E66E25-C49F-4051-9234-FBE253FBEFCB}" type="pres">
      <dgm:prSet presAssocID="{20EBC356-011F-484A-AF45-1CA02B24942D}" presName="wedge4Tx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968344A2-FA84-45AE-9A5F-1BF5F12551CD}" type="pres">
      <dgm:prSet presAssocID="{20EBC356-011F-484A-AF45-1CA02B24942D}" presName="wedge5" presStyleLbl="node1" presStyleIdx="4" presStyleCnt="7"/>
      <dgm:spPr/>
    </dgm:pt>
    <dgm:pt modelId="{3E6FEE01-49A6-4403-ACA2-69C8C26FDB0E}" type="pres">
      <dgm:prSet presAssocID="{20EBC356-011F-484A-AF45-1CA02B24942D}" presName="dummy5a" presStyleCnt="0"/>
      <dgm:spPr/>
    </dgm:pt>
    <dgm:pt modelId="{04199CA0-B491-4116-AC2E-402329624D11}" type="pres">
      <dgm:prSet presAssocID="{20EBC356-011F-484A-AF45-1CA02B24942D}" presName="dummy5b" presStyleCnt="0"/>
      <dgm:spPr/>
    </dgm:pt>
    <dgm:pt modelId="{194B72CC-F78B-4CC2-8D27-CAFDF480BAC4}" type="pres">
      <dgm:prSet presAssocID="{20EBC356-011F-484A-AF45-1CA02B24942D}" presName="wedge5Tx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02B868D8-5902-4E68-B0E2-8A01C8D6A672}" type="pres">
      <dgm:prSet presAssocID="{20EBC356-011F-484A-AF45-1CA02B24942D}" presName="wedge6" presStyleLbl="node1" presStyleIdx="5" presStyleCnt="7"/>
      <dgm:spPr/>
    </dgm:pt>
    <dgm:pt modelId="{7975C4ED-9AE8-4710-A75D-75661BD3A804}" type="pres">
      <dgm:prSet presAssocID="{20EBC356-011F-484A-AF45-1CA02B24942D}" presName="dummy6a" presStyleCnt="0"/>
      <dgm:spPr/>
    </dgm:pt>
    <dgm:pt modelId="{0AF1F061-4AD6-4AE1-BB4B-C094A3EA9A14}" type="pres">
      <dgm:prSet presAssocID="{20EBC356-011F-484A-AF45-1CA02B24942D}" presName="dummy6b" presStyleCnt="0"/>
      <dgm:spPr/>
    </dgm:pt>
    <dgm:pt modelId="{A0EA3658-8882-4612-9ED6-0124FFFE814B}" type="pres">
      <dgm:prSet presAssocID="{20EBC356-011F-484A-AF45-1CA02B24942D}" presName="wedge6Tx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5560C2EB-EDC9-4ADF-A07B-B20FC1450F41}" type="pres">
      <dgm:prSet presAssocID="{20EBC356-011F-484A-AF45-1CA02B24942D}" presName="wedge7" presStyleLbl="node1" presStyleIdx="6" presStyleCnt="7"/>
      <dgm:spPr/>
    </dgm:pt>
    <dgm:pt modelId="{5DA59A39-C12E-483F-A501-BD8CFF384BC5}" type="pres">
      <dgm:prSet presAssocID="{20EBC356-011F-484A-AF45-1CA02B24942D}" presName="dummy7a" presStyleCnt="0"/>
      <dgm:spPr/>
    </dgm:pt>
    <dgm:pt modelId="{E465C73B-FF73-42BF-9F88-3C871904BD38}" type="pres">
      <dgm:prSet presAssocID="{20EBC356-011F-484A-AF45-1CA02B24942D}" presName="dummy7b" presStyleCnt="0"/>
      <dgm:spPr/>
    </dgm:pt>
    <dgm:pt modelId="{6EAE117D-E0FE-4AFB-8D27-9EE797B9F398}" type="pres">
      <dgm:prSet presAssocID="{20EBC356-011F-484A-AF45-1CA02B24942D}" presName="wedge7Tx" presStyleLbl="node1" presStyleIdx="6" presStyleCnt="7">
        <dgm:presLayoutVars>
          <dgm:chMax val="0"/>
          <dgm:chPref val="0"/>
          <dgm:bulletEnabled val="1"/>
        </dgm:presLayoutVars>
      </dgm:prSet>
      <dgm:spPr/>
    </dgm:pt>
    <dgm:pt modelId="{DB6743A9-161C-4ADC-99FD-88E801479838}" type="pres">
      <dgm:prSet presAssocID="{BC8C00E6-021C-43D6-B6B1-E4FA63BB528A}" presName="arrowWedge1" presStyleLbl="fgSibTrans2D1" presStyleIdx="0" presStyleCnt="7"/>
      <dgm:spPr/>
    </dgm:pt>
    <dgm:pt modelId="{EC06C817-3451-40E5-AB72-F20FB50B73B7}" type="pres">
      <dgm:prSet presAssocID="{05043C88-ECF4-4787-B91B-62A6D6AA7901}" presName="arrowWedge2" presStyleLbl="fgSibTrans2D1" presStyleIdx="1" presStyleCnt="7"/>
      <dgm:spPr/>
    </dgm:pt>
    <dgm:pt modelId="{21C1F62B-6E5B-4877-9511-9D889BD50292}" type="pres">
      <dgm:prSet presAssocID="{5F7E9F87-42B5-4242-B7EC-5A87FCBCB4AC}" presName="arrowWedge3" presStyleLbl="fgSibTrans2D1" presStyleIdx="2" presStyleCnt="7"/>
      <dgm:spPr/>
    </dgm:pt>
    <dgm:pt modelId="{11DA4814-F531-42E8-B091-784EA1E0E330}" type="pres">
      <dgm:prSet presAssocID="{FE509C1A-C012-4033-9387-FAD63886132F}" presName="arrowWedge4" presStyleLbl="fgSibTrans2D1" presStyleIdx="3" presStyleCnt="7"/>
      <dgm:spPr/>
    </dgm:pt>
    <dgm:pt modelId="{734FE41F-0A45-401E-A8CB-F9A7B6AE263E}" type="pres">
      <dgm:prSet presAssocID="{DE6FEF7F-13E8-4B5E-A748-20D01328FFF0}" presName="arrowWedge5" presStyleLbl="fgSibTrans2D1" presStyleIdx="4" presStyleCnt="7"/>
      <dgm:spPr/>
    </dgm:pt>
    <dgm:pt modelId="{37A0F879-DEEF-46EB-9C93-C5EE55DE7262}" type="pres">
      <dgm:prSet presAssocID="{3C9870A2-EF84-421E-A41E-A263DFED37F5}" presName="arrowWedge6" presStyleLbl="fgSibTrans2D1" presStyleIdx="5" presStyleCnt="7"/>
      <dgm:spPr/>
    </dgm:pt>
    <dgm:pt modelId="{3299F00E-99CF-4151-9B69-3D10B0C679E4}" type="pres">
      <dgm:prSet presAssocID="{8E7A6611-0858-47AE-B27B-F85537BE02C5}" presName="arrowWedge7" presStyleLbl="fgSibTrans2D1" presStyleIdx="6" presStyleCnt="7"/>
      <dgm:spPr/>
    </dgm:pt>
  </dgm:ptLst>
  <dgm:cxnLst>
    <dgm:cxn modelId="{32FD090A-1AFD-4B98-8022-C993C1BB3371}" srcId="{20EBC356-011F-484A-AF45-1CA02B24942D}" destId="{12265D0B-59CD-45D5-8693-CC1F743EFF0B}" srcOrd="1" destOrd="0" parTransId="{7361DBAB-8B9C-4946-8E0A-0DB03BC2EC56}" sibTransId="{05043C88-ECF4-4787-B91B-62A6D6AA7901}"/>
    <dgm:cxn modelId="{2853671C-29E7-4B0E-8E60-4242EF0ECBAD}" type="presOf" srcId="{4C190F71-C884-460F-9D9F-20F1732D4C77}" destId="{968344A2-FA84-45AE-9A5F-1BF5F12551CD}" srcOrd="0" destOrd="0" presId="urn:microsoft.com/office/officeart/2005/8/layout/cycle8"/>
    <dgm:cxn modelId="{A5B5DF21-A27C-442C-986F-F9D856E7E2A5}" srcId="{20EBC356-011F-484A-AF45-1CA02B24942D}" destId="{4C190F71-C884-460F-9D9F-20F1732D4C77}" srcOrd="4" destOrd="0" parTransId="{6ADFAADD-B6E5-4BBB-BA51-DEB9693092AD}" sibTransId="{DE6FEF7F-13E8-4B5E-A748-20D01328FFF0}"/>
    <dgm:cxn modelId="{8854A52D-A051-4C2D-9BEF-5A1D0FCB4DDE}" type="presOf" srcId="{8BC6E9DD-D415-4551-B99C-53D73B744564}" destId="{00E66E25-C49F-4051-9234-FBE253FBEFCB}" srcOrd="1" destOrd="2" presId="urn:microsoft.com/office/officeart/2005/8/layout/cycle8"/>
    <dgm:cxn modelId="{3AB37430-471A-498B-889F-64B86D1129CB}" type="presOf" srcId="{2F015C2B-5FF7-4C20-BB79-3AF3B179A6A7}" destId="{B19F4776-6DD5-42BF-AA11-0C53571B11BA}" srcOrd="0" destOrd="5" presId="urn:microsoft.com/office/officeart/2005/8/layout/cycle8"/>
    <dgm:cxn modelId="{48E9B135-78CC-4B9D-9842-EB7DB98DC3FE}" type="presOf" srcId="{3AE20621-9FF3-4D47-8EBD-59ACBF6AA468}" destId="{00E66E25-C49F-4051-9234-FBE253FBEFCB}" srcOrd="1" destOrd="1" presId="urn:microsoft.com/office/officeart/2005/8/layout/cycle8"/>
    <dgm:cxn modelId="{8CAABF5B-D97C-4D3E-9AA0-E61FC08B2DB6}" type="presOf" srcId="{BBEF17CD-23F9-4CDA-8D99-A3FEEE118DD2}" destId="{00E66E25-C49F-4051-9234-FBE253FBEFCB}" srcOrd="1" destOrd="4" presId="urn:microsoft.com/office/officeart/2005/8/layout/cycle8"/>
    <dgm:cxn modelId="{B8866C61-1152-4BBB-ABE9-051F206F33D2}" type="presOf" srcId="{DC17FB72-7FF1-471F-96DA-A7A07B42A246}" destId="{1DEE1A9C-0352-4D11-8A27-B44E809F75B2}" srcOrd="1" destOrd="0" presId="urn:microsoft.com/office/officeart/2005/8/layout/cycle8"/>
    <dgm:cxn modelId="{E15BBF45-6DF6-45EC-9AFC-8C7B42040D2D}" srcId="{9C1B1F7E-DCF5-49C6-B407-A4173F4B70CA}" destId="{BBEF17CD-23F9-4CDA-8D99-A3FEEE118DD2}" srcOrd="3" destOrd="0" parTransId="{4D76B0EF-C129-4D9A-B9FA-598AA4EDF5B2}" sibTransId="{39B3D025-0B9D-4578-A1D9-6B777FADA4D7}"/>
    <dgm:cxn modelId="{50D66666-F293-49EA-AA5D-8A693718C01F}" type="presOf" srcId="{12265D0B-59CD-45D5-8693-CC1F743EFF0B}" destId="{CC86F335-E8AF-4F00-AEBA-B320D82EE0F9}" srcOrd="1" destOrd="0" presId="urn:microsoft.com/office/officeart/2005/8/layout/cycle8"/>
    <dgm:cxn modelId="{C9715066-8DC3-4E72-BED3-8EE63C8FD760}" srcId="{20EBC356-011F-484A-AF45-1CA02B24942D}" destId="{0CE0615F-4B44-4779-A52B-95698EAE309F}" srcOrd="5" destOrd="0" parTransId="{1055EB85-90CB-4ACA-BAA4-892A67A1C40D}" sibTransId="{3C9870A2-EF84-421E-A41E-A263DFED37F5}"/>
    <dgm:cxn modelId="{C15A7768-7171-425E-81E1-BFF5CB813ED0}" type="presOf" srcId="{20EBC356-011F-484A-AF45-1CA02B24942D}" destId="{45E1EF12-7A6C-4CD0-8AF0-23B969369C04}" srcOrd="0" destOrd="0" presId="urn:microsoft.com/office/officeart/2005/8/layout/cycle8"/>
    <dgm:cxn modelId="{CEFA0850-276B-4EDC-B534-36FB4B0E8FC7}" type="presOf" srcId="{A6283740-06C6-443E-AAD7-8FC2260B6C0A}" destId="{6EAE117D-E0FE-4AFB-8D27-9EE797B9F398}" srcOrd="1" destOrd="0" presId="urn:microsoft.com/office/officeart/2005/8/layout/cycle8"/>
    <dgm:cxn modelId="{948EAC70-C577-4892-AB6D-0CDE39305A06}" type="presOf" srcId="{0CE0615F-4B44-4779-A52B-95698EAE309F}" destId="{A0EA3658-8882-4612-9ED6-0124FFFE814B}" srcOrd="1" destOrd="0" presId="urn:microsoft.com/office/officeart/2005/8/layout/cycle8"/>
    <dgm:cxn modelId="{A4054F75-B606-4585-9F15-4AAE97A2696E}" type="presOf" srcId="{9C1B1F7E-DCF5-49C6-B407-A4173F4B70CA}" destId="{B19F4776-6DD5-42BF-AA11-0C53571B11BA}" srcOrd="0" destOrd="0" presId="urn:microsoft.com/office/officeart/2005/8/layout/cycle8"/>
    <dgm:cxn modelId="{1E8B7C7C-FAA8-4291-85B7-7C9BEAD8AFE8}" type="presOf" srcId="{2F015C2B-5FF7-4C20-BB79-3AF3B179A6A7}" destId="{00E66E25-C49F-4051-9234-FBE253FBEFCB}" srcOrd="1" destOrd="5" presId="urn:microsoft.com/office/officeart/2005/8/layout/cycle8"/>
    <dgm:cxn modelId="{6813887E-64D8-45D1-AEE7-25FE6A74A3AB}" type="presOf" srcId="{40B932EA-A07F-4ABE-A926-71955408ABA3}" destId="{00E66E25-C49F-4051-9234-FBE253FBEFCB}" srcOrd="1" destOrd="6" presId="urn:microsoft.com/office/officeart/2005/8/layout/cycle8"/>
    <dgm:cxn modelId="{4BFE427F-AF79-4480-9643-55132612AD38}" srcId="{20EBC356-011F-484A-AF45-1CA02B24942D}" destId="{FD3AF908-A5AD-4141-8C40-64D0373C417F}" srcOrd="2" destOrd="0" parTransId="{2382CDC3-4A8D-433A-A70B-260E13E72010}" sibTransId="{5F7E9F87-42B5-4242-B7EC-5A87FCBCB4AC}"/>
    <dgm:cxn modelId="{47EAD188-3EDE-4749-9C42-4A8AA34D7CC8}" srcId="{9C1B1F7E-DCF5-49C6-B407-A4173F4B70CA}" destId="{8BC6E9DD-D415-4551-B99C-53D73B744564}" srcOrd="1" destOrd="0" parTransId="{AA208EE3-B33F-4E1B-98C6-D0F6A5651079}" sibTransId="{980723DF-1F57-453D-AA66-13F26F929848}"/>
    <dgm:cxn modelId="{E0F30C91-BD2B-4736-95D9-50BD34C32B69}" type="presOf" srcId="{BBEF17CD-23F9-4CDA-8D99-A3FEEE118DD2}" destId="{B19F4776-6DD5-42BF-AA11-0C53571B11BA}" srcOrd="0" destOrd="4" presId="urn:microsoft.com/office/officeart/2005/8/layout/cycle8"/>
    <dgm:cxn modelId="{705B7791-6713-4C6A-9E42-9D8CA1E5DF91}" type="presOf" srcId="{9C1B1F7E-DCF5-49C6-B407-A4173F4B70CA}" destId="{00E66E25-C49F-4051-9234-FBE253FBEFCB}" srcOrd="1" destOrd="0" presId="urn:microsoft.com/office/officeart/2005/8/layout/cycle8"/>
    <dgm:cxn modelId="{378A1B96-D5F5-4246-B99E-624F55FE3328}" type="presOf" srcId="{8BC6E9DD-D415-4551-B99C-53D73B744564}" destId="{B19F4776-6DD5-42BF-AA11-0C53571B11BA}" srcOrd="0" destOrd="2" presId="urn:microsoft.com/office/officeart/2005/8/layout/cycle8"/>
    <dgm:cxn modelId="{85429F96-3BAE-4B17-9F8D-3EF7D3184EAC}" type="presOf" srcId="{FD3AF908-A5AD-4141-8C40-64D0373C417F}" destId="{AF28A3D5-13EA-44A0-AA42-BC1D1428CAD6}" srcOrd="1" destOrd="0" presId="urn:microsoft.com/office/officeart/2005/8/layout/cycle8"/>
    <dgm:cxn modelId="{8CC5B19A-7513-4891-A9C1-5F76F266C1FD}" type="presOf" srcId="{DC17FB72-7FF1-471F-96DA-A7A07B42A246}" destId="{1A7049D8-FD13-4148-B99E-ED107E9C91E7}" srcOrd="0" destOrd="0" presId="urn:microsoft.com/office/officeart/2005/8/layout/cycle8"/>
    <dgm:cxn modelId="{9081C69B-209A-41FE-9066-69AFAB9975A3}" srcId="{20EBC356-011F-484A-AF45-1CA02B24942D}" destId="{DC17FB72-7FF1-471F-96DA-A7A07B42A246}" srcOrd="0" destOrd="0" parTransId="{5B67C3E3-EBB8-473F-AF8C-3B03D0502986}" sibTransId="{BC8C00E6-021C-43D6-B6B1-E4FA63BB528A}"/>
    <dgm:cxn modelId="{CD5B9C9F-F1A5-46A5-8DE1-5E5313C89460}" srcId="{9C1B1F7E-DCF5-49C6-B407-A4173F4B70CA}" destId="{2F015C2B-5FF7-4C20-BB79-3AF3B179A6A7}" srcOrd="4" destOrd="0" parTransId="{8EBBADB2-2E6D-4CAC-B770-D3C7617AA088}" sibTransId="{2C50EC05-392D-42CD-89E7-A770166A9AC9}"/>
    <dgm:cxn modelId="{B8E401A0-0152-43A4-B79F-82F306FDC57C}" type="presOf" srcId="{62100AC5-7BB0-4A96-B9C3-42CE2A6376A1}" destId="{B19F4776-6DD5-42BF-AA11-0C53571B11BA}" srcOrd="0" destOrd="3" presId="urn:microsoft.com/office/officeart/2005/8/layout/cycle8"/>
    <dgm:cxn modelId="{E5C7F4AC-7970-4B42-BF32-A1EBE94DBD56}" type="presOf" srcId="{0CE0615F-4B44-4779-A52B-95698EAE309F}" destId="{02B868D8-5902-4E68-B0E2-8A01C8D6A672}" srcOrd="0" destOrd="0" presId="urn:microsoft.com/office/officeart/2005/8/layout/cycle8"/>
    <dgm:cxn modelId="{0BDD00AE-A779-4762-BE95-0C1CAD964461}" srcId="{9C1B1F7E-DCF5-49C6-B407-A4173F4B70CA}" destId="{40B932EA-A07F-4ABE-A926-71955408ABA3}" srcOrd="5" destOrd="0" parTransId="{A0DBEEF1-3873-45B7-9ADC-78302615367E}" sibTransId="{5F603D7E-9DD5-41F8-B5B3-7D989928C324}"/>
    <dgm:cxn modelId="{890E5DAE-D6F3-40D6-8B46-D5432D550E13}" type="presOf" srcId="{62100AC5-7BB0-4A96-B9C3-42CE2A6376A1}" destId="{00E66E25-C49F-4051-9234-FBE253FBEFCB}" srcOrd="1" destOrd="3" presId="urn:microsoft.com/office/officeart/2005/8/layout/cycle8"/>
    <dgm:cxn modelId="{8F7972B6-C453-42B1-9C95-93A1396A7463}" srcId="{20EBC356-011F-484A-AF45-1CA02B24942D}" destId="{9C1B1F7E-DCF5-49C6-B407-A4173F4B70CA}" srcOrd="3" destOrd="0" parTransId="{521BA833-62E4-4967-917A-DB3F3B7CD986}" sibTransId="{FE509C1A-C012-4033-9387-FAD63886132F}"/>
    <dgm:cxn modelId="{0C0482B9-5F43-4806-B9C9-94D3A11861C6}" type="presOf" srcId="{40B932EA-A07F-4ABE-A926-71955408ABA3}" destId="{B19F4776-6DD5-42BF-AA11-0C53571B11BA}" srcOrd="0" destOrd="6" presId="urn:microsoft.com/office/officeart/2005/8/layout/cycle8"/>
    <dgm:cxn modelId="{537190BE-E66C-4AC2-A4C5-6BE0E0ACD0C2}" srcId="{9C1B1F7E-DCF5-49C6-B407-A4173F4B70CA}" destId="{62100AC5-7BB0-4A96-B9C3-42CE2A6376A1}" srcOrd="2" destOrd="0" parTransId="{0C8FD10E-5CE7-4CF9-B9BE-9C5257AC195A}" sibTransId="{B867577A-4906-4A2B-8495-CA5CEC18C5D1}"/>
    <dgm:cxn modelId="{FAE42CCC-33AC-431B-9CF2-71FEDDF7B3C1}" srcId="{20EBC356-011F-484A-AF45-1CA02B24942D}" destId="{A6283740-06C6-443E-AAD7-8FC2260B6C0A}" srcOrd="6" destOrd="0" parTransId="{7CEE81EB-4778-43FA-8E7E-190832131057}" sibTransId="{8E7A6611-0858-47AE-B27B-F85537BE02C5}"/>
    <dgm:cxn modelId="{4EBAF5E5-D02E-4B98-99BD-3A538EE942A6}" type="presOf" srcId="{4C190F71-C884-460F-9D9F-20F1732D4C77}" destId="{194B72CC-F78B-4CC2-8D27-CAFDF480BAC4}" srcOrd="1" destOrd="0" presId="urn:microsoft.com/office/officeart/2005/8/layout/cycle8"/>
    <dgm:cxn modelId="{74705BEB-545E-491E-B252-72DFDD499063}" type="presOf" srcId="{12265D0B-59CD-45D5-8693-CC1F743EFF0B}" destId="{6424A35A-ECE7-4D64-83A5-C418B63774CD}" srcOrd="0" destOrd="0" presId="urn:microsoft.com/office/officeart/2005/8/layout/cycle8"/>
    <dgm:cxn modelId="{D9E20AEF-0313-4E31-9D21-5799C313B109}" type="presOf" srcId="{A6283740-06C6-443E-AAD7-8FC2260B6C0A}" destId="{5560C2EB-EDC9-4ADF-A07B-B20FC1450F41}" srcOrd="0" destOrd="0" presId="urn:microsoft.com/office/officeart/2005/8/layout/cycle8"/>
    <dgm:cxn modelId="{B4C1A5F0-3A71-4D2E-9B39-EA3B0DECA64D}" type="presOf" srcId="{3AE20621-9FF3-4D47-8EBD-59ACBF6AA468}" destId="{B19F4776-6DD5-42BF-AA11-0C53571B11BA}" srcOrd="0" destOrd="1" presId="urn:microsoft.com/office/officeart/2005/8/layout/cycle8"/>
    <dgm:cxn modelId="{8D49B2F2-A707-4122-962C-5BD92A7084E0}" type="presOf" srcId="{FD3AF908-A5AD-4141-8C40-64D0373C417F}" destId="{ED178C8A-12DF-4601-BA16-07AA39169DDB}" srcOrd="0" destOrd="0" presId="urn:microsoft.com/office/officeart/2005/8/layout/cycle8"/>
    <dgm:cxn modelId="{1072B0FD-4C17-4160-A812-E25561C407D3}" srcId="{9C1B1F7E-DCF5-49C6-B407-A4173F4B70CA}" destId="{3AE20621-9FF3-4D47-8EBD-59ACBF6AA468}" srcOrd="0" destOrd="0" parTransId="{B8B1DE22-1798-4C37-B7B9-151FE8BDAE01}" sibTransId="{CB198F3A-BE37-4C4B-964E-198210673AC3}"/>
    <dgm:cxn modelId="{6E647A48-1195-4031-9CED-63EE9D49C203}" type="presParOf" srcId="{45E1EF12-7A6C-4CD0-8AF0-23B969369C04}" destId="{1A7049D8-FD13-4148-B99E-ED107E9C91E7}" srcOrd="0" destOrd="0" presId="urn:microsoft.com/office/officeart/2005/8/layout/cycle8"/>
    <dgm:cxn modelId="{A034C1D5-B5F9-4D4B-9874-1ECB361E373A}" type="presParOf" srcId="{45E1EF12-7A6C-4CD0-8AF0-23B969369C04}" destId="{CDB3BA9E-039D-44F6-9580-153ABCEDB702}" srcOrd="1" destOrd="0" presId="urn:microsoft.com/office/officeart/2005/8/layout/cycle8"/>
    <dgm:cxn modelId="{58EA00BD-C428-41F2-B716-FB83C97B1107}" type="presParOf" srcId="{45E1EF12-7A6C-4CD0-8AF0-23B969369C04}" destId="{6EADBEAC-4656-4181-AD8A-4498FDD0F6A3}" srcOrd="2" destOrd="0" presId="urn:microsoft.com/office/officeart/2005/8/layout/cycle8"/>
    <dgm:cxn modelId="{E2EA079A-8DF6-45A1-8324-95C99AA2F679}" type="presParOf" srcId="{45E1EF12-7A6C-4CD0-8AF0-23B969369C04}" destId="{1DEE1A9C-0352-4D11-8A27-B44E809F75B2}" srcOrd="3" destOrd="0" presId="urn:microsoft.com/office/officeart/2005/8/layout/cycle8"/>
    <dgm:cxn modelId="{B31C2F5B-C6BE-4B11-A1C3-74465E5A6DCE}" type="presParOf" srcId="{45E1EF12-7A6C-4CD0-8AF0-23B969369C04}" destId="{6424A35A-ECE7-4D64-83A5-C418B63774CD}" srcOrd="4" destOrd="0" presId="urn:microsoft.com/office/officeart/2005/8/layout/cycle8"/>
    <dgm:cxn modelId="{4161794A-56C5-476C-B445-DB7CD527A0A2}" type="presParOf" srcId="{45E1EF12-7A6C-4CD0-8AF0-23B969369C04}" destId="{C2264900-F395-4579-9CE1-57D946224954}" srcOrd="5" destOrd="0" presId="urn:microsoft.com/office/officeart/2005/8/layout/cycle8"/>
    <dgm:cxn modelId="{51AC561F-1485-4783-A134-E94197CBA464}" type="presParOf" srcId="{45E1EF12-7A6C-4CD0-8AF0-23B969369C04}" destId="{4E2CC48A-5C34-4115-A173-DD7108FBD796}" srcOrd="6" destOrd="0" presId="urn:microsoft.com/office/officeart/2005/8/layout/cycle8"/>
    <dgm:cxn modelId="{AE4D21B5-E10E-466B-BAD2-D352EC710F0F}" type="presParOf" srcId="{45E1EF12-7A6C-4CD0-8AF0-23B969369C04}" destId="{CC86F335-E8AF-4F00-AEBA-B320D82EE0F9}" srcOrd="7" destOrd="0" presId="urn:microsoft.com/office/officeart/2005/8/layout/cycle8"/>
    <dgm:cxn modelId="{5855C69D-FAED-4673-82A5-A4E70AF5B948}" type="presParOf" srcId="{45E1EF12-7A6C-4CD0-8AF0-23B969369C04}" destId="{ED178C8A-12DF-4601-BA16-07AA39169DDB}" srcOrd="8" destOrd="0" presId="urn:microsoft.com/office/officeart/2005/8/layout/cycle8"/>
    <dgm:cxn modelId="{532C1A19-30F5-4515-AAFE-BF09B638A095}" type="presParOf" srcId="{45E1EF12-7A6C-4CD0-8AF0-23B969369C04}" destId="{E65B4919-4BC3-4AF2-AE0E-10405C9D5878}" srcOrd="9" destOrd="0" presId="urn:microsoft.com/office/officeart/2005/8/layout/cycle8"/>
    <dgm:cxn modelId="{3DADBC6E-D81A-448E-A4E4-9C0CF50FCC4C}" type="presParOf" srcId="{45E1EF12-7A6C-4CD0-8AF0-23B969369C04}" destId="{62CB9D16-9D20-444F-8414-DA60F004B839}" srcOrd="10" destOrd="0" presId="urn:microsoft.com/office/officeart/2005/8/layout/cycle8"/>
    <dgm:cxn modelId="{D9D3F7D2-D854-4793-99F9-DB13CC3F44F0}" type="presParOf" srcId="{45E1EF12-7A6C-4CD0-8AF0-23B969369C04}" destId="{AF28A3D5-13EA-44A0-AA42-BC1D1428CAD6}" srcOrd="11" destOrd="0" presId="urn:microsoft.com/office/officeart/2005/8/layout/cycle8"/>
    <dgm:cxn modelId="{143AECCF-0364-4BB2-9B63-942A28C14391}" type="presParOf" srcId="{45E1EF12-7A6C-4CD0-8AF0-23B969369C04}" destId="{B19F4776-6DD5-42BF-AA11-0C53571B11BA}" srcOrd="12" destOrd="0" presId="urn:microsoft.com/office/officeart/2005/8/layout/cycle8"/>
    <dgm:cxn modelId="{F6722ABF-F19D-4E53-86DA-BA5681902EA9}" type="presParOf" srcId="{45E1EF12-7A6C-4CD0-8AF0-23B969369C04}" destId="{B1140BCF-5601-4D63-B3AE-A75F2C7098D2}" srcOrd="13" destOrd="0" presId="urn:microsoft.com/office/officeart/2005/8/layout/cycle8"/>
    <dgm:cxn modelId="{E0A06A8B-F7B4-4A73-891F-1AFDA3625E92}" type="presParOf" srcId="{45E1EF12-7A6C-4CD0-8AF0-23B969369C04}" destId="{08FCCFEC-DD0E-424A-B715-3394501A355F}" srcOrd="14" destOrd="0" presId="urn:microsoft.com/office/officeart/2005/8/layout/cycle8"/>
    <dgm:cxn modelId="{8BF23C24-B104-4431-8CF2-4312F4E3E19A}" type="presParOf" srcId="{45E1EF12-7A6C-4CD0-8AF0-23B969369C04}" destId="{00E66E25-C49F-4051-9234-FBE253FBEFCB}" srcOrd="15" destOrd="0" presId="urn:microsoft.com/office/officeart/2005/8/layout/cycle8"/>
    <dgm:cxn modelId="{C0F428E6-3242-4916-9B4C-3F4532D1A013}" type="presParOf" srcId="{45E1EF12-7A6C-4CD0-8AF0-23B969369C04}" destId="{968344A2-FA84-45AE-9A5F-1BF5F12551CD}" srcOrd="16" destOrd="0" presId="urn:microsoft.com/office/officeart/2005/8/layout/cycle8"/>
    <dgm:cxn modelId="{CF8E4047-E168-4C57-A47C-F1CCF81E4F07}" type="presParOf" srcId="{45E1EF12-7A6C-4CD0-8AF0-23B969369C04}" destId="{3E6FEE01-49A6-4403-ACA2-69C8C26FDB0E}" srcOrd="17" destOrd="0" presId="urn:microsoft.com/office/officeart/2005/8/layout/cycle8"/>
    <dgm:cxn modelId="{3FD04B8D-B349-4DB9-BC29-479096BCDBA2}" type="presParOf" srcId="{45E1EF12-7A6C-4CD0-8AF0-23B969369C04}" destId="{04199CA0-B491-4116-AC2E-402329624D11}" srcOrd="18" destOrd="0" presId="urn:microsoft.com/office/officeart/2005/8/layout/cycle8"/>
    <dgm:cxn modelId="{59DF6D4B-91F7-4A50-9B99-5E79DDB918FB}" type="presParOf" srcId="{45E1EF12-7A6C-4CD0-8AF0-23B969369C04}" destId="{194B72CC-F78B-4CC2-8D27-CAFDF480BAC4}" srcOrd="19" destOrd="0" presId="urn:microsoft.com/office/officeart/2005/8/layout/cycle8"/>
    <dgm:cxn modelId="{DA63F6D4-0D2B-4408-95E6-1925320F8343}" type="presParOf" srcId="{45E1EF12-7A6C-4CD0-8AF0-23B969369C04}" destId="{02B868D8-5902-4E68-B0E2-8A01C8D6A672}" srcOrd="20" destOrd="0" presId="urn:microsoft.com/office/officeart/2005/8/layout/cycle8"/>
    <dgm:cxn modelId="{32CEE3C1-B9E4-4CAD-8BC1-F202F8496022}" type="presParOf" srcId="{45E1EF12-7A6C-4CD0-8AF0-23B969369C04}" destId="{7975C4ED-9AE8-4710-A75D-75661BD3A804}" srcOrd="21" destOrd="0" presId="urn:microsoft.com/office/officeart/2005/8/layout/cycle8"/>
    <dgm:cxn modelId="{C1D2E278-BCB1-4FC9-BA2A-B309E3F93FD7}" type="presParOf" srcId="{45E1EF12-7A6C-4CD0-8AF0-23B969369C04}" destId="{0AF1F061-4AD6-4AE1-BB4B-C094A3EA9A14}" srcOrd="22" destOrd="0" presId="urn:microsoft.com/office/officeart/2005/8/layout/cycle8"/>
    <dgm:cxn modelId="{062827F1-78B0-4D79-86CA-737143A084DD}" type="presParOf" srcId="{45E1EF12-7A6C-4CD0-8AF0-23B969369C04}" destId="{A0EA3658-8882-4612-9ED6-0124FFFE814B}" srcOrd="23" destOrd="0" presId="urn:microsoft.com/office/officeart/2005/8/layout/cycle8"/>
    <dgm:cxn modelId="{F3E9F324-6EF4-43F5-BB69-B035BF5C0225}" type="presParOf" srcId="{45E1EF12-7A6C-4CD0-8AF0-23B969369C04}" destId="{5560C2EB-EDC9-4ADF-A07B-B20FC1450F41}" srcOrd="24" destOrd="0" presId="urn:microsoft.com/office/officeart/2005/8/layout/cycle8"/>
    <dgm:cxn modelId="{2B7C502B-D8AF-4ED6-8C69-632EE85F7A88}" type="presParOf" srcId="{45E1EF12-7A6C-4CD0-8AF0-23B969369C04}" destId="{5DA59A39-C12E-483F-A501-BD8CFF384BC5}" srcOrd="25" destOrd="0" presId="urn:microsoft.com/office/officeart/2005/8/layout/cycle8"/>
    <dgm:cxn modelId="{82CCB492-4155-4954-A1E5-F8D32EE8C2F3}" type="presParOf" srcId="{45E1EF12-7A6C-4CD0-8AF0-23B969369C04}" destId="{E465C73B-FF73-42BF-9F88-3C871904BD38}" srcOrd="26" destOrd="0" presId="urn:microsoft.com/office/officeart/2005/8/layout/cycle8"/>
    <dgm:cxn modelId="{1062EEB4-A81B-484D-BB16-9DD1BA7ECBC0}" type="presParOf" srcId="{45E1EF12-7A6C-4CD0-8AF0-23B969369C04}" destId="{6EAE117D-E0FE-4AFB-8D27-9EE797B9F398}" srcOrd="27" destOrd="0" presId="urn:microsoft.com/office/officeart/2005/8/layout/cycle8"/>
    <dgm:cxn modelId="{9A3D3D87-23DF-4F7F-83F4-4FC97D135EB8}" type="presParOf" srcId="{45E1EF12-7A6C-4CD0-8AF0-23B969369C04}" destId="{DB6743A9-161C-4ADC-99FD-88E801479838}" srcOrd="28" destOrd="0" presId="urn:microsoft.com/office/officeart/2005/8/layout/cycle8"/>
    <dgm:cxn modelId="{B1C88D9C-EA5D-4CD6-8FBA-5A75E353DD16}" type="presParOf" srcId="{45E1EF12-7A6C-4CD0-8AF0-23B969369C04}" destId="{EC06C817-3451-40E5-AB72-F20FB50B73B7}" srcOrd="29" destOrd="0" presId="urn:microsoft.com/office/officeart/2005/8/layout/cycle8"/>
    <dgm:cxn modelId="{B40ED4CC-71EE-4933-91A5-0CEB4AE85562}" type="presParOf" srcId="{45E1EF12-7A6C-4CD0-8AF0-23B969369C04}" destId="{21C1F62B-6E5B-4877-9511-9D889BD50292}" srcOrd="30" destOrd="0" presId="urn:microsoft.com/office/officeart/2005/8/layout/cycle8"/>
    <dgm:cxn modelId="{EF82B02A-DC80-4509-AB1F-F93FFE1E3AD8}" type="presParOf" srcId="{45E1EF12-7A6C-4CD0-8AF0-23B969369C04}" destId="{11DA4814-F531-42E8-B091-784EA1E0E330}" srcOrd="31" destOrd="0" presId="urn:microsoft.com/office/officeart/2005/8/layout/cycle8"/>
    <dgm:cxn modelId="{5000A183-22DD-403A-BB9F-43E2BA08C26A}" type="presParOf" srcId="{45E1EF12-7A6C-4CD0-8AF0-23B969369C04}" destId="{734FE41F-0A45-401E-A8CB-F9A7B6AE263E}" srcOrd="32" destOrd="0" presId="urn:microsoft.com/office/officeart/2005/8/layout/cycle8"/>
    <dgm:cxn modelId="{77762E05-688E-4883-BA72-9DD371020EC7}" type="presParOf" srcId="{45E1EF12-7A6C-4CD0-8AF0-23B969369C04}" destId="{37A0F879-DEEF-46EB-9C93-C5EE55DE7262}" srcOrd="33" destOrd="0" presId="urn:microsoft.com/office/officeart/2005/8/layout/cycle8"/>
    <dgm:cxn modelId="{D3635E19-C16D-4438-9248-8CC43C6003DB}" type="presParOf" srcId="{45E1EF12-7A6C-4CD0-8AF0-23B969369C04}" destId="{3299F00E-99CF-4151-9B69-3D10B0C679E4}" srcOrd="3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B37CAFA-0E14-4BF1-B348-D1E04B307BF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05662E7-9058-4122-987A-6D6599627317}">
      <dgm:prSet/>
      <dgm:spPr/>
      <dgm:t>
        <a:bodyPr/>
        <a:lstStyle/>
        <a:p>
          <a:pPr>
            <a:defRPr cap="all"/>
          </a:pPr>
          <a:r>
            <a:rPr lang="en-US"/>
            <a:t>Data collected from sales transactions</a:t>
          </a:r>
        </a:p>
      </dgm:t>
    </dgm:pt>
    <dgm:pt modelId="{CCA96476-D65F-4B5E-A4D9-96F6747B864F}" type="parTrans" cxnId="{223861FD-AC3D-48BF-B355-737B79FE9BA9}">
      <dgm:prSet/>
      <dgm:spPr/>
      <dgm:t>
        <a:bodyPr/>
        <a:lstStyle/>
        <a:p>
          <a:endParaRPr lang="en-US"/>
        </a:p>
      </dgm:t>
    </dgm:pt>
    <dgm:pt modelId="{57E0830E-0BBB-4603-9267-DAB7BBA03777}" type="sibTrans" cxnId="{223861FD-AC3D-48BF-B355-737B79FE9BA9}">
      <dgm:prSet/>
      <dgm:spPr/>
      <dgm:t>
        <a:bodyPr/>
        <a:lstStyle/>
        <a:p>
          <a:endParaRPr lang="en-US"/>
        </a:p>
      </dgm:t>
    </dgm:pt>
    <dgm:pt modelId="{925AB00E-6826-4749-AC41-D9B2716F94AF}">
      <dgm:prSet/>
      <dgm:spPr/>
      <dgm:t>
        <a:bodyPr/>
        <a:lstStyle/>
        <a:p>
          <a:pPr>
            <a:defRPr cap="all"/>
          </a:pPr>
          <a:r>
            <a:rPr lang="en-US"/>
            <a:t>Data cleaned and formatted for accuracy</a:t>
          </a:r>
        </a:p>
      </dgm:t>
    </dgm:pt>
    <dgm:pt modelId="{284600B3-0C56-4156-842C-CB5B7F143CD7}" type="parTrans" cxnId="{C9471B31-BC76-42FA-B698-AFF4771105E8}">
      <dgm:prSet/>
      <dgm:spPr/>
      <dgm:t>
        <a:bodyPr/>
        <a:lstStyle/>
        <a:p>
          <a:endParaRPr lang="en-US"/>
        </a:p>
      </dgm:t>
    </dgm:pt>
    <dgm:pt modelId="{622F3A05-0103-4552-AECA-24115F6C8539}" type="sibTrans" cxnId="{C9471B31-BC76-42FA-B698-AFF4771105E8}">
      <dgm:prSet/>
      <dgm:spPr/>
      <dgm:t>
        <a:bodyPr/>
        <a:lstStyle/>
        <a:p>
          <a:endParaRPr lang="en-US"/>
        </a:p>
      </dgm:t>
    </dgm:pt>
    <dgm:pt modelId="{56943C4E-D8D0-4650-8762-961DC942CBF3}">
      <dgm:prSet/>
      <dgm:spPr/>
      <dgm:t>
        <a:bodyPr/>
        <a:lstStyle/>
        <a:p>
          <a:pPr>
            <a:defRPr cap="all"/>
          </a:pPr>
          <a:r>
            <a:rPr lang="en-US"/>
            <a:t>Created calculated fields (e.g., total revenue, deal date)</a:t>
          </a:r>
        </a:p>
      </dgm:t>
    </dgm:pt>
    <dgm:pt modelId="{778AA13E-1364-4877-A959-B2C32A907508}" type="parTrans" cxnId="{4CD75CD5-E670-46A2-A6F0-1820AF2D88B4}">
      <dgm:prSet/>
      <dgm:spPr/>
      <dgm:t>
        <a:bodyPr/>
        <a:lstStyle/>
        <a:p>
          <a:endParaRPr lang="en-US"/>
        </a:p>
      </dgm:t>
    </dgm:pt>
    <dgm:pt modelId="{E2CFB74C-D7BD-4323-B99F-1FD74FFD3E71}" type="sibTrans" cxnId="{4CD75CD5-E670-46A2-A6F0-1820AF2D88B4}">
      <dgm:prSet/>
      <dgm:spPr/>
      <dgm:t>
        <a:bodyPr/>
        <a:lstStyle/>
        <a:p>
          <a:endParaRPr lang="en-US"/>
        </a:p>
      </dgm:t>
    </dgm:pt>
    <dgm:pt modelId="{299842FE-D835-4158-9162-D0E7D93E4D33}">
      <dgm:prSet/>
      <dgm:spPr/>
      <dgm:t>
        <a:bodyPr/>
        <a:lstStyle/>
        <a:p>
          <a:pPr>
            <a:defRPr cap="all"/>
          </a:pPr>
          <a:r>
            <a:rPr lang="en-US"/>
            <a:t>Analyzed data using SQL on Databricks</a:t>
          </a:r>
        </a:p>
      </dgm:t>
    </dgm:pt>
    <dgm:pt modelId="{C6D497B9-9DBB-4201-87FB-9E19F0CA92BA}" type="parTrans" cxnId="{8535B71A-7BE7-4742-969F-2B28237A9941}">
      <dgm:prSet/>
      <dgm:spPr/>
      <dgm:t>
        <a:bodyPr/>
        <a:lstStyle/>
        <a:p>
          <a:endParaRPr lang="en-US"/>
        </a:p>
      </dgm:t>
    </dgm:pt>
    <dgm:pt modelId="{DF2FB2B0-7329-49A2-952D-6AF94C729F50}" type="sibTrans" cxnId="{8535B71A-7BE7-4742-969F-2B28237A9941}">
      <dgm:prSet/>
      <dgm:spPr/>
      <dgm:t>
        <a:bodyPr/>
        <a:lstStyle/>
        <a:p>
          <a:endParaRPr lang="en-US"/>
        </a:p>
      </dgm:t>
    </dgm:pt>
    <dgm:pt modelId="{1A397491-AC87-496D-8947-5DCDE455F8A4}">
      <dgm:prSet/>
      <dgm:spPr/>
      <dgm:t>
        <a:bodyPr/>
        <a:lstStyle/>
        <a:p>
          <a:pPr>
            <a:defRPr cap="all"/>
          </a:pPr>
          <a:r>
            <a:rPr lang="en-US"/>
            <a:t>Built visualizations using Excel</a:t>
          </a:r>
        </a:p>
      </dgm:t>
    </dgm:pt>
    <dgm:pt modelId="{672F2763-DFF9-4F6A-81B2-7CE08021E9CE}" type="parTrans" cxnId="{A42899AB-8BB0-414C-9299-58800B8EC861}">
      <dgm:prSet/>
      <dgm:spPr/>
      <dgm:t>
        <a:bodyPr/>
        <a:lstStyle/>
        <a:p>
          <a:endParaRPr lang="en-US"/>
        </a:p>
      </dgm:t>
    </dgm:pt>
    <dgm:pt modelId="{5D568DC5-A343-48E3-8646-23AF6D9CDBD6}" type="sibTrans" cxnId="{A42899AB-8BB0-414C-9299-58800B8EC861}">
      <dgm:prSet/>
      <dgm:spPr/>
      <dgm:t>
        <a:bodyPr/>
        <a:lstStyle/>
        <a:p>
          <a:endParaRPr lang="en-US"/>
        </a:p>
      </dgm:t>
    </dgm:pt>
    <dgm:pt modelId="{129B5B31-DB04-42DD-A3D1-7E2042327342}" type="pres">
      <dgm:prSet presAssocID="{FB37CAFA-0E14-4BF1-B348-D1E04B307BF1}" presName="root" presStyleCnt="0">
        <dgm:presLayoutVars>
          <dgm:dir/>
          <dgm:resizeHandles val="exact"/>
        </dgm:presLayoutVars>
      </dgm:prSet>
      <dgm:spPr/>
    </dgm:pt>
    <dgm:pt modelId="{FB47F0DB-8BBD-408E-A561-CB9D4CA73D26}" type="pres">
      <dgm:prSet presAssocID="{505662E7-9058-4122-987A-6D6599627317}" presName="compNode" presStyleCnt="0"/>
      <dgm:spPr/>
    </dgm:pt>
    <dgm:pt modelId="{FEF696AA-0124-4ADF-8BF3-023175A1EFCC}" type="pres">
      <dgm:prSet presAssocID="{505662E7-9058-4122-987A-6D6599627317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16F89862-BC56-4D17-8373-14490DF7F256}" type="pres">
      <dgm:prSet presAssocID="{505662E7-9058-4122-987A-6D6599627317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5D566C4-C276-4610-9357-A329635332BD}" type="pres">
      <dgm:prSet presAssocID="{505662E7-9058-4122-987A-6D6599627317}" presName="spaceRect" presStyleCnt="0"/>
      <dgm:spPr/>
    </dgm:pt>
    <dgm:pt modelId="{CB8F684E-0653-4076-8A5E-C714B34166C4}" type="pres">
      <dgm:prSet presAssocID="{505662E7-9058-4122-987A-6D6599627317}" presName="textRect" presStyleLbl="revTx" presStyleIdx="0" presStyleCnt="5">
        <dgm:presLayoutVars>
          <dgm:chMax val="1"/>
          <dgm:chPref val="1"/>
        </dgm:presLayoutVars>
      </dgm:prSet>
      <dgm:spPr/>
    </dgm:pt>
    <dgm:pt modelId="{8AD67CF4-78EE-43BD-AE80-1910F07E4A59}" type="pres">
      <dgm:prSet presAssocID="{57E0830E-0BBB-4603-9267-DAB7BBA03777}" presName="sibTrans" presStyleCnt="0"/>
      <dgm:spPr/>
    </dgm:pt>
    <dgm:pt modelId="{176D8A7E-7C17-4A43-A065-9B081F0E39A6}" type="pres">
      <dgm:prSet presAssocID="{925AB00E-6826-4749-AC41-D9B2716F94AF}" presName="compNode" presStyleCnt="0"/>
      <dgm:spPr/>
    </dgm:pt>
    <dgm:pt modelId="{E304E184-8238-45BA-BD07-59F72DDEEA6B}" type="pres">
      <dgm:prSet presAssocID="{925AB00E-6826-4749-AC41-D9B2716F94AF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294621E9-162F-4BE8-9E9E-2E51E5E93627}" type="pres">
      <dgm:prSet presAssocID="{925AB00E-6826-4749-AC41-D9B2716F94AF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5006A77-8F75-4A42-A695-D2A5E590CEC0}" type="pres">
      <dgm:prSet presAssocID="{925AB00E-6826-4749-AC41-D9B2716F94AF}" presName="spaceRect" presStyleCnt="0"/>
      <dgm:spPr/>
    </dgm:pt>
    <dgm:pt modelId="{E681C268-88F4-41D1-A84C-0569E746AE05}" type="pres">
      <dgm:prSet presAssocID="{925AB00E-6826-4749-AC41-D9B2716F94AF}" presName="textRect" presStyleLbl="revTx" presStyleIdx="1" presStyleCnt="5">
        <dgm:presLayoutVars>
          <dgm:chMax val="1"/>
          <dgm:chPref val="1"/>
        </dgm:presLayoutVars>
      </dgm:prSet>
      <dgm:spPr/>
    </dgm:pt>
    <dgm:pt modelId="{E385DCD0-9401-4DAE-93F5-9ACCEB7AA8D5}" type="pres">
      <dgm:prSet presAssocID="{622F3A05-0103-4552-AECA-24115F6C8539}" presName="sibTrans" presStyleCnt="0"/>
      <dgm:spPr/>
    </dgm:pt>
    <dgm:pt modelId="{3AE488A3-524B-4B1B-842E-6E395DE08CC7}" type="pres">
      <dgm:prSet presAssocID="{56943C4E-D8D0-4650-8762-961DC942CBF3}" presName="compNode" presStyleCnt="0"/>
      <dgm:spPr/>
    </dgm:pt>
    <dgm:pt modelId="{440AD404-8E95-4867-AF9D-8975A0759FCB}" type="pres">
      <dgm:prSet presAssocID="{56943C4E-D8D0-4650-8762-961DC942CBF3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B4733099-DC11-4173-8116-A4DF2941D3BC}" type="pres">
      <dgm:prSet presAssocID="{56943C4E-D8D0-4650-8762-961DC942CBF3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427A42A6-3F89-47C0-8DE2-F9D3AC80E7F8}" type="pres">
      <dgm:prSet presAssocID="{56943C4E-D8D0-4650-8762-961DC942CBF3}" presName="spaceRect" presStyleCnt="0"/>
      <dgm:spPr/>
    </dgm:pt>
    <dgm:pt modelId="{20015C84-7844-4735-A416-FD11607DFF3A}" type="pres">
      <dgm:prSet presAssocID="{56943C4E-D8D0-4650-8762-961DC942CBF3}" presName="textRect" presStyleLbl="revTx" presStyleIdx="2" presStyleCnt="5">
        <dgm:presLayoutVars>
          <dgm:chMax val="1"/>
          <dgm:chPref val="1"/>
        </dgm:presLayoutVars>
      </dgm:prSet>
      <dgm:spPr/>
    </dgm:pt>
    <dgm:pt modelId="{30BBF4D8-4D29-4695-9C3C-5BA6A2C97457}" type="pres">
      <dgm:prSet presAssocID="{E2CFB74C-D7BD-4323-B99F-1FD74FFD3E71}" presName="sibTrans" presStyleCnt="0"/>
      <dgm:spPr/>
    </dgm:pt>
    <dgm:pt modelId="{3E78F2AD-067E-488D-BE60-562486FF49B2}" type="pres">
      <dgm:prSet presAssocID="{299842FE-D835-4158-9162-D0E7D93E4D33}" presName="compNode" presStyleCnt="0"/>
      <dgm:spPr/>
    </dgm:pt>
    <dgm:pt modelId="{4ED07A01-DF50-4CA1-9B66-17E83F809700}" type="pres">
      <dgm:prSet presAssocID="{299842FE-D835-4158-9162-D0E7D93E4D33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6C402776-CF88-4B5A-9452-94760C047C70}" type="pres">
      <dgm:prSet presAssocID="{299842FE-D835-4158-9162-D0E7D93E4D3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9893E20-0C09-4D20-818C-FC5FC6484B8C}" type="pres">
      <dgm:prSet presAssocID="{299842FE-D835-4158-9162-D0E7D93E4D33}" presName="spaceRect" presStyleCnt="0"/>
      <dgm:spPr/>
    </dgm:pt>
    <dgm:pt modelId="{8E906F71-46A5-403A-B611-61CCB70C424A}" type="pres">
      <dgm:prSet presAssocID="{299842FE-D835-4158-9162-D0E7D93E4D33}" presName="textRect" presStyleLbl="revTx" presStyleIdx="3" presStyleCnt="5">
        <dgm:presLayoutVars>
          <dgm:chMax val="1"/>
          <dgm:chPref val="1"/>
        </dgm:presLayoutVars>
      </dgm:prSet>
      <dgm:spPr/>
    </dgm:pt>
    <dgm:pt modelId="{C2E7DD03-C258-45E7-B404-B7521B2B8091}" type="pres">
      <dgm:prSet presAssocID="{DF2FB2B0-7329-49A2-952D-6AF94C729F50}" presName="sibTrans" presStyleCnt="0"/>
      <dgm:spPr/>
    </dgm:pt>
    <dgm:pt modelId="{C32C780B-8194-45EA-BB3A-73C48A2F905D}" type="pres">
      <dgm:prSet presAssocID="{1A397491-AC87-496D-8947-5DCDE455F8A4}" presName="compNode" presStyleCnt="0"/>
      <dgm:spPr/>
    </dgm:pt>
    <dgm:pt modelId="{F44B6F1A-D931-452B-8B0D-47F0557D14B7}" type="pres">
      <dgm:prSet presAssocID="{1A397491-AC87-496D-8947-5DCDE455F8A4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FAAAFD1-AFF4-49BA-9980-EC54687BFC15}" type="pres">
      <dgm:prSet presAssocID="{1A397491-AC87-496D-8947-5DCDE455F8A4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A8FDDF8A-550A-4A92-A5AA-66CFA86DD5E5}" type="pres">
      <dgm:prSet presAssocID="{1A397491-AC87-496D-8947-5DCDE455F8A4}" presName="spaceRect" presStyleCnt="0"/>
      <dgm:spPr/>
    </dgm:pt>
    <dgm:pt modelId="{9CE8645A-6850-4A5C-9798-501B5A6B3936}" type="pres">
      <dgm:prSet presAssocID="{1A397491-AC87-496D-8947-5DCDE455F8A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FAA9905-211B-4A68-AB00-98F28A126F78}" type="presOf" srcId="{299842FE-D835-4158-9162-D0E7D93E4D33}" destId="{8E906F71-46A5-403A-B611-61CCB70C424A}" srcOrd="0" destOrd="0" presId="urn:microsoft.com/office/officeart/2018/5/layout/IconLeafLabelList"/>
    <dgm:cxn modelId="{8B458318-63F0-4B16-90A2-8F8A2885C7CA}" type="presOf" srcId="{56943C4E-D8D0-4650-8762-961DC942CBF3}" destId="{20015C84-7844-4735-A416-FD11607DFF3A}" srcOrd="0" destOrd="0" presId="urn:microsoft.com/office/officeart/2018/5/layout/IconLeafLabelList"/>
    <dgm:cxn modelId="{8535B71A-7BE7-4742-969F-2B28237A9941}" srcId="{FB37CAFA-0E14-4BF1-B348-D1E04B307BF1}" destId="{299842FE-D835-4158-9162-D0E7D93E4D33}" srcOrd="3" destOrd="0" parTransId="{C6D497B9-9DBB-4201-87FB-9E19F0CA92BA}" sibTransId="{DF2FB2B0-7329-49A2-952D-6AF94C729F50}"/>
    <dgm:cxn modelId="{C9471B31-BC76-42FA-B698-AFF4771105E8}" srcId="{FB37CAFA-0E14-4BF1-B348-D1E04B307BF1}" destId="{925AB00E-6826-4749-AC41-D9B2716F94AF}" srcOrd="1" destOrd="0" parTransId="{284600B3-0C56-4156-842C-CB5B7F143CD7}" sibTransId="{622F3A05-0103-4552-AECA-24115F6C8539}"/>
    <dgm:cxn modelId="{2AC6C961-2485-4797-B210-A0A066BAC9A2}" type="presOf" srcId="{FB37CAFA-0E14-4BF1-B348-D1E04B307BF1}" destId="{129B5B31-DB04-42DD-A3D1-7E2042327342}" srcOrd="0" destOrd="0" presId="urn:microsoft.com/office/officeart/2018/5/layout/IconLeafLabelList"/>
    <dgm:cxn modelId="{259BD16A-7C8C-4457-8431-A83AA8BAB9EF}" type="presOf" srcId="{1A397491-AC87-496D-8947-5DCDE455F8A4}" destId="{9CE8645A-6850-4A5C-9798-501B5A6B3936}" srcOrd="0" destOrd="0" presId="urn:microsoft.com/office/officeart/2018/5/layout/IconLeafLabelList"/>
    <dgm:cxn modelId="{0EEC9EA0-1855-42F1-9453-56DF31689194}" type="presOf" srcId="{925AB00E-6826-4749-AC41-D9B2716F94AF}" destId="{E681C268-88F4-41D1-A84C-0569E746AE05}" srcOrd="0" destOrd="0" presId="urn:microsoft.com/office/officeart/2018/5/layout/IconLeafLabelList"/>
    <dgm:cxn modelId="{A42899AB-8BB0-414C-9299-58800B8EC861}" srcId="{FB37CAFA-0E14-4BF1-B348-D1E04B307BF1}" destId="{1A397491-AC87-496D-8947-5DCDE455F8A4}" srcOrd="4" destOrd="0" parTransId="{672F2763-DFF9-4F6A-81B2-7CE08021E9CE}" sibTransId="{5D568DC5-A343-48E3-8646-23AF6D9CDBD6}"/>
    <dgm:cxn modelId="{54E585BB-DF4F-4475-A388-C6E7C1BB7CD6}" type="presOf" srcId="{505662E7-9058-4122-987A-6D6599627317}" destId="{CB8F684E-0653-4076-8A5E-C714B34166C4}" srcOrd="0" destOrd="0" presId="urn:microsoft.com/office/officeart/2018/5/layout/IconLeafLabelList"/>
    <dgm:cxn modelId="{4CD75CD5-E670-46A2-A6F0-1820AF2D88B4}" srcId="{FB37CAFA-0E14-4BF1-B348-D1E04B307BF1}" destId="{56943C4E-D8D0-4650-8762-961DC942CBF3}" srcOrd="2" destOrd="0" parTransId="{778AA13E-1364-4877-A959-B2C32A907508}" sibTransId="{E2CFB74C-D7BD-4323-B99F-1FD74FFD3E71}"/>
    <dgm:cxn modelId="{223861FD-AC3D-48BF-B355-737B79FE9BA9}" srcId="{FB37CAFA-0E14-4BF1-B348-D1E04B307BF1}" destId="{505662E7-9058-4122-987A-6D6599627317}" srcOrd="0" destOrd="0" parTransId="{CCA96476-D65F-4B5E-A4D9-96F6747B864F}" sibTransId="{57E0830E-0BBB-4603-9267-DAB7BBA03777}"/>
    <dgm:cxn modelId="{9CC2A3B8-C348-4AC2-B59D-DA552DE80929}" type="presParOf" srcId="{129B5B31-DB04-42DD-A3D1-7E2042327342}" destId="{FB47F0DB-8BBD-408E-A561-CB9D4CA73D26}" srcOrd="0" destOrd="0" presId="urn:microsoft.com/office/officeart/2018/5/layout/IconLeafLabelList"/>
    <dgm:cxn modelId="{A18AB38E-A774-43DE-80A6-19730E5FD802}" type="presParOf" srcId="{FB47F0DB-8BBD-408E-A561-CB9D4CA73D26}" destId="{FEF696AA-0124-4ADF-8BF3-023175A1EFCC}" srcOrd="0" destOrd="0" presId="urn:microsoft.com/office/officeart/2018/5/layout/IconLeafLabelList"/>
    <dgm:cxn modelId="{DA325A28-BE4D-47E0-AEA2-DAA49686C8C0}" type="presParOf" srcId="{FB47F0DB-8BBD-408E-A561-CB9D4CA73D26}" destId="{16F89862-BC56-4D17-8373-14490DF7F256}" srcOrd="1" destOrd="0" presId="urn:microsoft.com/office/officeart/2018/5/layout/IconLeafLabelList"/>
    <dgm:cxn modelId="{FE37907A-1951-4335-96DF-0AA9216E3961}" type="presParOf" srcId="{FB47F0DB-8BBD-408E-A561-CB9D4CA73D26}" destId="{C5D566C4-C276-4610-9357-A329635332BD}" srcOrd="2" destOrd="0" presId="urn:microsoft.com/office/officeart/2018/5/layout/IconLeafLabelList"/>
    <dgm:cxn modelId="{5691340B-20F4-46E1-AB0D-AFFDCF3B56D1}" type="presParOf" srcId="{FB47F0DB-8BBD-408E-A561-CB9D4CA73D26}" destId="{CB8F684E-0653-4076-8A5E-C714B34166C4}" srcOrd="3" destOrd="0" presId="urn:microsoft.com/office/officeart/2018/5/layout/IconLeafLabelList"/>
    <dgm:cxn modelId="{7922F3A6-7EF0-4604-9ABA-09C6078ADE1E}" type="presParOf" srcId="{129B5B31-DB04-42DD-A3D1-7E2042327342}" destId="{8AD67CF4-78EE-43BD-AE80-1910F07E4A59}" srcOrd="1" destOrd="0" presId="urn:microsoft.com/office/officeart/2018/5/layout/IconLeafLabelList"/>
    <dgm:cxn modelId="{8FFA7EDB-6D1D-4C69-BC28-9216766B5172}" type="presParOf" srcId="{129B5B31-DB04-42DD-A3D1-7E2042327342}" destId="{176D8A7E-7C17-4A43-A065-9B081F0E39A6}" srcOrd="2" destOrd="0" presId="urn:microsoft.com/office/officeart/2018/5/layout/IconLeafLabelList"/>
    <dgm:cxn modelId="{F9DAD5C2-B6B0-45E3-BB43-EF9906444757}" type="presParOf" srcId="{176D8A7E-7C17-4A43-A065-9B081F0E39A6}" destId="{E304E184-8238-45BA-BD07-59F72DDEEA6B}" srcOrd="0" destOrd="0" presId="urn:microsoft.com/office/officeart/2018/5/layout/IconLeafLabelList"/>
    <dgm:cxn modelId="{D370BB38-92DC-41E5-97DB-236A036298CB}" type="presParOf" srcId="{176D8A7E-7C17-4A43-A065-9B081F0E39A6}" destId="{294621E9-162F-4BE8-9E9E-2E51E5E93627}" srcOrd="1" destOrd="0" presId="urn:microsoft.com/office/officeart/2018/5/layout/IconLeafLabelList"/>
    <dgm:cxn modelId="{2C414171-B12C-4162-A4EE-4AF53BDA6F1C}" type="presParOf" srcId="{176D8A7E-7C17-4A43-A065-9B081F0E39A6}" destId="{B5006A77-8F75-4A42-A695-D2A5E590CEC0}" srcOrd="2" destOrd="0" presId="urn:microsoft.com/office/officeart/2018/5/layout/IconLeafLabelList"/>
    <dgm:cxn modelId="{5098FF99-1542-4BDB-A965-319FE97FBA79}" type="presParOf" srcId="{176D8A7E-7C17-4A43-A065-9B081F0E39A6}" destId="{E681C268-88F4-41D1-A84C-0569E746AE05}" srcOrd="3" destOrd="0" presId="urn:microsoft.com/office/officeart/2018/5/layout/IconLeafLabelList"/>
    <dgm:cxn modelId="{9378D4E9-0205-4775-AF83-4D953315BD29}" type="presParOf" srcId="{129B5B31-DB04-42DD-A3D1-7E2042327342}" destId="{E385DCD0-9401-4DAE-93F5-9ACCEB7AA8D5}" srcOrd="3" destOrd="0" presId="urn:microsoft.com/office/officeart/2018/5/layout/IconLeafLabelList"/>
    <dgm:cxn modelId="{8D0788A4-1676-4B14-86BF-C904506B6F86}" type="presParOf" srcId="{129B5B31-DB04-42DD-A3D1-7E2042327342}" destId="{3AE488A3-524B-4B1B-842E-6E395DE08CC7}" srcOrd="4" destOrd="0" presId="urn:microsoft.com/office/officeart/2018/5/layout/IconLeafLabelList"/>
    <dgm:cxn modelId="{B7BB71E2-22BF-47F6-94A9-189C91F1227A}" type="presParOf" srcId="{3AE488A3-524B-4B1B-842E-6E395DE08CC7}" destId="{440AD404-8E95-4867-AF9D-8975A0759FCB}" srcOrd="0" destOrd="0" presId="urn:microsoft.com/office/officeart/2018/5/layout/IconLeafLabelList"/>
    <dgm:cxn modelId="{03719C48-7773-45CE-A9CF-2833B594F1F2}" type="presParOf" srcId="{3AE488A3-524B-4B1B-842E-6E395DE08CC7}" destId="{B4733099-DC11-4173-8116-A4DF2941D3BC}" srcOrd="1" destOrd="0" presId="urn:microsoft.com/office/officeart/2018/5/layout/IconLeafLabelList"/>
    <dgm:cxn modelId="{72026D8D-3B4A-4919-8D7E-E201D1813B43}" type="presParOf" srcId="{3AE488A3-524B-4B1B-842E-6E395DE08CC7}" destId="{427A42A6-3F89-47C0-8DE2-F9D3AC80E7F8}" srcOrd="2" destOrd="0" presId="urn:microsoft.com/office/officeart/2018/5/layout/IconLeafLabelList"/>
    <dgm:cxn modelId="{B7111BBA-CCBE-49D0-8551-F2AAD6CA6015}" type="presParOf" srcId="{3AE488A3-524B-4B1B-842E-6E395DE08CC7}" destId="{20015C84-7844-4735-A416-FD11607DFF3A}" srcOrd="3" destOrd="0" presId="urn:microsoft.com/office/officeart/2018/5/layout/IconLeafLabelList"/>
    <dgm:cxn modelId="{CD8C6AD7-83C4-4985-916B-0795D0BD51DB}" type="presParOf" srcId="{129B5B31-DB04-42DD-A3D1-7E2042327342}" destId="{30BBF4D8-4D29-4695-9C3C-5BA6A2C97457}" srcOrd="5" destOrd="0" presId="urn:microsoft.com/office/officeart/2018/5/layout/IconLeafLabelList"/>
    <dgm:cxn modelId="{F951CBD9-CCF0-471B-974A-25A3557604E9}" type="presParOf" srcId="{129B5B31-DB04-42DD-A3D1-7E2042327342}" destId="{3E78F2AD-067E-488D-BE60-562486FF49B2}" srcOrd="6" destOrd="0" presId="urn:microsoft.com/office/officeart/2018/5/layout/IconLeafLabelList"/>
    <dgm:cxn modelId="{BB9A6F53-EE13-41A1-A8C1-3D2F02381895}" type="presParOf" srcId="{3E78F2AD-067E-488D-BE60-562486FF49B2}" destId="{4ED07A01-DF50-4CA1-9B66-17E83F809700}" srcOrd="0" destOrd="0" presId="urn:microsoft.com/office/officeart/2018/5/layout/IconLeafLabelList"/>
    <dgm:cxn modelId="{F7BB11CE-2282-49E6-A541-9A5FB6DD3162}" type="presParOf" srcId="{3E78F2AD-067E-488D-BE60-562486FF49B2}" destId="{6C402776-CF88-4B5A-9452-94760C047C70}" srcOrd="1" destOrd="0" presId="urn:microsoft.com/office/officeart/2018/5/layout/IconLeafLabelList"/>
    <dgm:cxn modelId="{E56D9190-A9C2-4C7F-ABCC-6E71A2EBDDEA}" type="presParOf" srcId="{3E78F2AD-067E-488D-BE60-562486FF49B2}" destId="{59893E20-0C09-4D20-818C-FC5FC6484B8C}" srcOrd="2" destOrd="0" presId="urn:microsoft.com/office/officeart/2018/5/layout/IconLeafLabelList"/>
    <dgm:cxn modelId="{D93EBFAB-D579-4C64-BF2D-83EFEE2FE31A}" type="presParOf" srcId="{3E78F2AD-067E-488D-BE60-562486FF49B2}" destId="{8E906F71-46A5-403A-B611-61CCB70C424A}" srcOrd="3" destOrd="0" presId="urn:microsoft.com/office/officeart/2018/5/layout/IconLeafLabelList"/>
    <dgm:cxn modelId="{C83FBFCF-D3B4-45AE-9D10-0DAAAB4FCEB1}" type="presParOf" srcId="{129B5B31-DB04-42DD-A3D1-7E2042327342}" destId="{C2E7DD03-C258-45E7-B404-B7521B2B8091}" srcOrd="7" destOrd="0" presId="urn:microsoft.com/office/officeart/2018/5/layout/IconLeafLabelList"/>
    <dgm:cxn modelId="{2FF8D211-470F-4591-AFA1-83E974561AF0}" type="presParOf" srcId="{129B5B31-DB04-42DD-A3D1-7E2042327342}" destId="{C32C780B-8194-45EA-BB3A-73C48A2F905D}" srcOrd="8" destOrd="0" presId="urn:microsoft.com/office/officeart/2018/5/layout/IconLeafLabelList"/>
    <dgm:cxn modelId="{4617CA75-7BBC-442A-BC5B-505E42861044}" type="presParOf" srcId="{C32C780B-8194-45EA-BB3A-73C48A2F905D}" destId="{F44B6F1A-D931-452B-8B0D-47F0557D14B7}" srcOrd="0" destOrd="0" presId="urn:microsoft.com/office/officeart/2018/5/layout/IconLeafLabelList"/>
    <dgm:cxn modelId="{04381086-FC43-489C-867B-A47D1C5A7E29}" type="presParOf" srcId="{C32C780B-8194-45EA-BB3A-73C48A2F905D}" destId="{EFAAAFD1-AFF4-49BA-9980-EC54687BFC15}" srcOrd="1" destOrd="0" presId="urn:microsoft.com/office/officeart/2018/5/layout/IconLeafLabelList"/>
    <dgm:cxn modelId="{313AC9EF-FDBD-48C3-9F19-3274EBC6CF5F}" type="presParOf" srcId="{C32C780B-8194-45EA-BB3A-73C48A2F905D}" destId="{A8FDDF8A-550A-4A92-A5AA-66CFA86DD5E5}" srcOrd="2" destOrd="0" presId="urn:microsoft.com/office/officeart/2018/5/layout/IconLeafLabelList"/>
    <dgm:cxn modelId="{1A4662C2-D2E0-449A-8383-5C0B3951D53F}" type="presParOf" srcId="{C32C780B-8194-45EA-BB3A-73C48A2F905D}" destId="{9CE8645A-6850-4A5C-9798-501B5A6B393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F08B211-03EB-4646-9862-CA2C820B48E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274CC6F-2C92-4008-910B-04DC8A967167}">
      <dgm:prSet/>
      <dgm:spPr/>
      <dgm:t>
        <a:bodyPr/>
        <a:lstStyle/>
        <a:p>
          <a:r>
            <a:rPr lang="en-US"/>
            <a:t>Cleaned and formatted raw data</a:t>
          </a:r>
        </a:p>
      </dgm:t>
    </dgm:pt>
    <dgm:pt modelId="{802D311B-379E-435B-89B4-DAF5E9FF0D5F}" type="parTrans" cxnId="{762335B9-DAFE-4E2B-B10A-694D461A910C}">
      <dgm:prSet/>
      <dgm:spPr/>
      <dgm:t>
        <a:bodyPr/>
        <a:lstStyle/>
        <a:p>
          <a:endParaRPr lang="en-US"/>
        </a:p>
      </dgm:t>
    </dgm:pt>
    <dgm:pt modelId="{0B8FFAB4-394E-4D38-A8CC-204CD875A681}" type="sibTrans" cxnId="{762335B9-DAFE-4E2B-B10A-694D461A910C}">
      <dgm:prSet/>
      <dgm:spPr/>
      <dgm:t>
        <a:bodyPr/>
        <a:lstStyle/>
        <a:p>
          <a:endParaRPr lang="en-US"/>
        </a:p>
      </dgm:t>
    </dgm:pt>
    <dgm:pt modelId="{CB3DF4D0-FBC2-47F9-8003-51A34C1BEE83}">
      <dgm:prSet/>
      <dgm:spPr/>
      <dgm:t>
        <a:bodyPr/>
        <a:lstStyle/>
        <a:p>
          <a:r>
            <a:rPr lang="en-US"/>
            <a:t>Fixed data types (prices, dates, quantities)</a:t>
          </a:r>
        </a:p>
      </dgm:t>
    </dgm:pt>
    <dgm:pt modelId="{0E181B77-5927-4E57-ABDA-395900A99839}" type="parTrans" cxnId="{4633E462-747F-46BB-A447-170964865A5D}">
      <dgm:prSet/>
      <dgm:spPr/>
      <dgm:t>
        <a:bodyPr/>
        <a:lstStyle/>
        <a:p>
          <a:endParaRPr lang="en-US"/>
        </a:p>
      </dgm:t>
    </dgm:pt>
    <dgm:pt modelId="{BF147161-0DCB-4160-BB80-5465C688DC2B}" type="sibTrans" cxnId="{4633E462-747F-46BB-A447-170964865A5D}">
      <dgm:prSet/>
      <dgm:spPr/>
      <dgm:t>
        <a:bodyPr/>
        <a:lstStyle/>
        <a:p>
          <a:endParaRPr lang="en-US"/>
        </a:p>
      </dgm:t>
    </dgm:pt>
    <dgm:pt modelId="{FA7AD92C-F424-42AC-BF68-6C204719DDCB}">
      <dgm:prSet/>
      <dgm:spPr/>
      <dgm:t>
        <a:bodyPr/>
        <a:lstStyle/>
        <a:p>
          <a:r>
            <a:rPr lang="en-US"/>
            <a:t>Created calculated field: Total Sales = Unit Price × Quantity</a:t>
          </a:r>
        </a:p>
      </dgm:t>
    </dgm:pt>
    <dgm:pt modelId="{0BD0BED1-A7CF-4140-B3D6-D6A8EECB97D8}" type="parTrans" cxnId="{8B0A99DE-D132-479C-87F6-6772B7C15E26}">
      <dgm:prSet/>
      <dgm:spPr/>
      <dgm:t>
        <a:bodyPr/>
        <a:lstStyle/>
        <a:p>
          <a:endParaRPr lang="en-US"/>
        </a:p>
      </dgm:t>
    </dgm:pt>
    <dgm:pt modelId="{75EB159D-C64C-4F59-8D10-A0B718E1DA5F}" type="sibTrans" cxnId="{8B0A99DE-D132-479C-87F6-6772B7C15E26}">
      <dgm:prSet/>
      <dgm:spPr/>
      <dgm:t>
        <a:bodyPr/>
        <a:lstStyle/>
        <a:p>
          <a:endParaRPr lang="en-US"/>
        </a:p>
      </dgm:t>
    </dgm:pt>
    <dgm:pt modelId="{DE6A0EF7-A6DC-413D-8620-9C65F71B71B2}">
      <dgm:prSet/>
      <dgm:spPr/>
      <dgm:t>
        <a:bodyPr/>
        <a:lstStyle/>
        <a:p>
          <a:r>
            <a:rPr lang="en-US"/>
            <a:t>Extracted time features (hour, day)</a:t>
          </a:r>
        </a:p>
      </dgm:t>
    </dgm:pt>
    <dgm:pt modelId="{99DBBBC7-BE67-4868-93CD-9879EE378FFD}" type="parTrans" cxnId="{6B799CC8-FF34-43FE-AA8C-3154C18504BA}">
      <dgm:prSet/>
      <dgm:spPr/>
      <dgm:t>
        <a:bodyPr/>
        <a:lstStyle/>
        <a:p>
          <a:endParaRPr lang="en-US"/>
        </a:p>
      </dgm:t>
    </dgm:pt>
    <dgm:pt modelId="{88EF3044-F5C6-4B4B-95AD-5BE72392E217}" type="sibTrans" cxnId="{6B799CC8-FF34-43FE-AA8C-3154C18504BA}">
      <dgm:prSet/>
      <dgm:spPr/>
      <dgm:t>
        <a:bodyPr/>
        <a:lstStyle/>
        <a:p>
          <a:endParaRPr lang="en-US"/>
        </a:p>
      </dgm:t>
    </dgm:pt>
    <dgm:pt modelId="{CAE9BD3B-47CC-4636-9D0F-6A8DCA69C5FF}">
      <dgm:prSet/>
      <dgm:spPr/>
      <dgm:t>
        <a:bodyPr/>
        <a:lstStyle/>
        <a:p>
          <a:r>
            <a:rPr lang="en-US"/>
            <a:t>Grouped data into time buckets (morning, afternoon, evening)</a:t>
          </a:r>
        </a:p>
      </dgm:t>
    </dgm:pt>
    <dgm:pt modelId="{BAF554FE-78C1-446E-89AB-AB4A6E10FF5C}" type="parTrans" cxnId="{956562E5-A21B-4BEE-B0A5-99CD8C0EEBB0}">
      <dgm:prSet/>
      <dgm:spPr/>
      <dgm:t>
        <a:bodyPr/>
        <a:lstStyle/>
        <a:p>
          <a:endParaRPr lang="en-US"/>
        </a:p>
      </dgm:t>
    </dgm:pt>
    <dgm:pt modelId="{2B9161F9-F601-4784-9BFC-B9FAA97D1404}" type="sibTrans" cxnId="{956562E5-A21B-4BEE-B0A5-99CD8C0EEBB0}">
      <dgm:prSet/>
      <dgm:spPr/>
      <dgm:t>
        <a:bodyPr/>
        <a:lstStyle/>
        <a:p>
          <a:endParaRPr lang="en-US"/>
        </a:p>
      </dgm:t>
    </dgm:pt>
    <dgm:pt modelId="{D260F08B-72E2-4905-B762-6E3AC64226FF}" type="pres">
      <dgm:prSet presAssocID="{FF08B211-03EB-4646-9862-CA2C820B48E7}" presName="root" presStyleCnt="0">
        <dgm:presLayoutVars>
          <dgm:dir/>
          <dgm:resizeHandles val="exact"/>
        </dgm:presLayoutVars>
      </dgm:prSet>
      <dgm:spPr/>
    </dgm:pt>
    <dgm:pt modelId="{58496C83-963A-4894-9CD8-4C012D475812}" type="pres">
      <dgm:prSet presAssocID="{B274CC6F-2C92-4008-910B-04DC8A967167}" presName="compNode" presStyleCnt="0"/>
      <dgm:spPr/>
    </dgm:pt>
    <dgm:pt modelId="{91F1BFE0-E0D4-4F9E-8CA7-84238B3D3016}" type="pres">
      <dgm:prSet presAssocID="{B274CC6F-2C92-4008-910B-04DC8A967167}" presName="bgRect" presStyleLbl="bgShp" presStyleIdx="0" presStyleCnt="5"/>
      <dgm:spPr/>
    </dgm:pt>
    <dgm:pt modelId="{C7A2A2D9-EA98-4645-9B35-930B413EBFF6}" type="pres">
      <dgm:prSet presAssocID="{B274CC6F-2C92-4008-910B-04DC8A967167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4B345A9-8B56-4144-84BF-9524AFF74128}" type="pres">
      <dgm:prSet presAssocID="{B274CC6F-2C92-4008-910B-04DC8A967167}" presName="spaceRect" presStyleCnt="0"/>
      <dgm:spPr/>
    </dgm:pt>
    <dgm:pt modelId="{63A87308-1D89-4BF0-BC86-66E9E627E188}" type="pres">
      <dgm:prSet presAssocID="{B274CC6F-2C92-4008-910B-04DC8A967167}" presName="parTx" presStyleLbl="revTx" presStyleIdx="0" presStyleCnt="5">
        <dgm:presLayoutVars>
          <dgm:chMax val="0"/>
          <dgm:chPref val="0"/>
        </dgm:presLayoutVars>
      </dgm:prSet>
      <dgm:spPr/>
    </dgm:pt>
    <dgm:pt modelId="{1C13B957-1476-4641-9943-37640771526B}" type="pres">
      <dgm:prSet presAssocID="{0B8FFAB4-394E-4D38-A8CC-204CD875A681}" presName="sibTrans" presStyleCnt="0"/>
      <dgm:spPr/>
    </dgm:pt>
    <dgm:pt modelId="{3A42B3D1-1978-42E0-9D6E-C439D246FC5B}" type="pres">
      <dgm:prSet presAssocID="{CB3DF4D0-FBC2-47F9-8003-51A34C1BEE83}" presName="compNode" presStyleCnt="0"/>
      <dgm:spPr/>
    </dgm:pt>
    <dgm:pt modelId="{1EA53668-11EC-46AA-B971-B636C1A9CA7F}" type="pres">
      <dgm:prSet presAssocID="{CB3DF4D0-FBC2-47F9-8003-51A34C1BEE83}" presName="bgRect" presStyleLbl="bgShp" presStyleIdx="1" presStyleCnt="5"/>
      <dgm:spPr/>
    </dgm:pt>
    <dgm:pt modelId="{4C438B18-50DC-4B5A-AB5C-03B592DAC093}" type="pres">
      <dgm:prSet presAssocID="{CB3DF4D0-FBC2-47F9-8003-51A34C1BEE83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E166DA56-E68D-4A02-A7EC-06B94DA390AC}" type="pres">
      <dgm:prSet presAssocID="{CB3DF4D0-FBC2-47F9-8003-51A34C1BEE83}" presName="spaceRect" presStyleCnt="0"/>
      <dgm:spPr/>
    </dgm:pt>
    <dgm:pt modelId="{B44CEC5B-C478-4071-8EF6-124EDFBB4F9A}" type="pres">
      <dgm:prSet presAssocID="{CB3DF4D0-FBC2-47F9-8003-51A34C1BEE83}" presName="parTx" presStyleLbl="revTx" presStyleIdx="1" presStyleCnt="5">
        <dgm:presLayoutVars>
          <dgm:chMax val="0"/>
          <dgm:chPref val="0"/>
        </dgm:presLayoutVars>
      </dgm:prSet>
      <dgm:spPr/>
    </dgm:pt>
    <dgm:pt modelId="{5267A685-AB98-4BF5-8D02-D66EFACE039C}" type="pres">
      <dgm:prSet presAssocID="{BF147161-0DCB-4160-BB80-5465C688DC2B}" presName="sibTrans" presStyleCnt="0"/>
      <dgm:spPr/>
    </dgm:pt>
    <dgm:pt modelId="{5AE82F1C-AD51-4FB5-BC1C-D53926913F90}" type="pres">
      <dgm:prSet presAssocID="{FA7AD92C-F424-42AC-BF68-6C204719DDCB}" presName="compNode" presStyleCnt="0"/>
      <dgm:spPr/>
    </dgm:pt>
    <dgm:pt modelId="{CCE34320-61E1-49E4-BFBA-210042BE0543}" type="pres">
      <dgm:prSet presAssocID="{FA7AD92C-F424-42AC-BF68-6C204719DDCB}" presName="bgRect" presStyleLbl="bgShp" presStyleIdx="2" presStyleCnt="5"/>
      <dgm:spPr/>
    </dgm:pt>
    <dgm:pt modelId="{AC81382D-247E-4770-86E5-F48DB296CADA}" type="pres">
      <dgm:prSet presAssocID="{FA7AD92C-F424-42AC-BF68-6C204719DDC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464A8D75-4564-4A78-9895-6AD7F17F05B6}" type="pres">
      <dgm:prSet presAssocID="{FA7AD92C-F424-42AC-BF68-6C204719DDCB}" presName="spaceRect" presStyleCnt="0"/>
      <dgm:spPr/>
    </dgm:pt>
    <dgm:pt modelId="{AB4F9845-9940-4450-8DD0-B499ED2E4F49}" type="pres">
      <dgm:prSet presAssocID="{FA7AD92C-F424-42AC-BF68-6C204719DDCB}" presName="parTx" presStyleLbl="revTx" presStyleIdx="2" presStyleCnt="5">
        <dgm:presLayoutVars>
          <dgm:chMax val="0"/>
          <dgm:chPref val="0"/>
        </dgm:presLayoutVars>
      </dgm:prSet>
      <dgm:spPr/>
    </dgm:pt>
    <dgm:pt modelId="{ABC1E057-94C3-49C5-B5D5-E8A6B664122C}" type="pres">
      <dgm:prSet presAssocID="{75EB159D-C64C-4F59-8D10-A0B718E1DA5F}" presName="sibTrans" presStyleCnt="0"/>
      <dgm:spPr/>
    </dgm:pt>
    <dgm:pt modelId="{3BB97659-312F-47C8-BF58-06DD64B0FA95}" type="pres">
      <dgm:prSet presAssocID="{DE6A0EF7-A6DC-413D-8620-9C65F71B71B2}" presName="compNode" presStyleCnt="0"/>
      <dgm:spPr/>
    </dgm:pt>
    <dgm:pt modelId="{ED2E325D-C187-475C-AA13-B3D4A2BBF611}" type="pres">
      <dgm:prSet presAssocID="{DE6A0EF7-A6DC-413D-8620-9C65F71B71B2}" presName="bgRect" presStyleLbl="bgShp" presStyleIdx="3" presStyleCnt="5"/>
      <dgm:spPr/>
    </dgm:pt>
    <dgm:pt modelId="{6CCF8EB8-722C-4FD0-9216-A84FD4F65746}" type="pres">
      <dgm:prSet presAssocID="{DE6A0EF7-A6DC-413D-8620-9C65F71B71B2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04C6A41-B7A3-45E4-B9AA-D6687CC317B1}" type="pres">
      <dgm:prSet presAssocID="{DE6A0EF7-A6DC-413D-8620-9C65F71B71B2}" presName="spaceRect" presStyleCnt="0"/>
      <dgm:spPr/>
    </dgm:pt>
    <dgm:pt modelId="{9BFC3F98-6039-4CBB-95B7-54C827495501}" type="pres">
      <dgm:prSet presAssocID="{DE6A0EF7-A6DC-413D-8620-9C65F71B71B2}" presName="parTx" presStyleLbl="revTx" presStyleIdx="3" presStyleCnt="5">
        <dgm:presLayoutVars>
          <dgm:chMax val="0"/>
          <dgm:chPref val="0"/>
        </dgm:presLayoutVars>
      </dgm:prSet>
      <dgm:spPr/>
    </dgm:pt>
    <dgm:pt modelId="{3EC0E141-A170-4F85-8877-FD77E7CC21F3}" type="pres">
      <dgm:prSet presAssocID="{88EF3044-F5C6-4B4B-95AD-5BE72392E217}" presName="sibTrans" presStyleCnt="0"/>
      <dgm:spPr/>
    </dgm:pt>
    <dgm:pt modelId="{9EA06484-56A6-400C-A2AB-B8E710C99E37}" type="pres">
      <dgm:prSet presAssocID="{CAE9BD3B-47CC-4636-9D0F-6A8DCA69C5FF}" presName="compNode" presStyleCnt="0"/>
      <dgm:spPr/>
    </dgm:pt>
    <dgm:pt modelId="{8C67D5AF-6E0E-467E-8823-395165556990}" type="pres">
      <dgm:prSet presAssocID="{CAE9BD3B-47CC-4636-9D0F-6A8DCA69C5FF}" presName="bgRect" presStyleLbl="bgShp" presStyleIdx="4" presStyleCnt="5"/>
      <dgm:spPr/>
    </dgm:pt>
    <dgm:pt modelId="{90C15B1E-5B15-43BE-9B4D-42FB99642B1A}" type="pres">
      <dgm:prSet presAssocID="{CAE9BD3B-47CC-4636-9D0F-6A8DCA69C5FF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CEFD4741-0E80-4CFD-8F8F-3CFFEDE42648}" type="pres">
      <dgm:prSet presAssocID="{CAE9BD3B-47CC-4636-9D0F-6A8DCA69C5FF}" presName="spaceRect" presStyleCnt="0"/>
      <dgm:spPr/>
    </dgm:pt>
    <dgm:pt modelId="{8340012B-3350-4DC4-88FE-E81591299FEB}" type="pres">
      <dgm:prSet presAssocID="{CAE9BD3B-47CC-4636-9D0F-6A8DCA69C5F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B91FE16-4CA5-4E9B-A182-874F966DEA40}" type="presOf" srcId="{DE6A0EF7-A6DC-413D-8620-9C65F71B71B2}" destId="{9BFC3F98-6039-4CBB-95B7-54C827495501}" srcOrd="0" destOrd="0" presId="urn:microsoft.com/office/officeart/2018/2/layout/IconVerticalSolidList"/>
    <dgm:cxn modelId="{FE92722B-6EA1-43C9-8189-960AA7CB8E90}" type="presOf" srcId="{CB3DF4D0-FBC2-47F9-8003-51A34C1BEE83}" destId="{B44CEC5B-C478-4071-8EF6-124EDFBB4F9A}" srcOrd="0" destOrd="0" presId="urn:microsoft.com/office/officeart/2018/2/layout/IconVerticalSolidList"/>
    <dgm:cxn modelId="{4633E462-747F-46BB-A447-170964865A5D}" srcId="{FF08B211-03EB-4646-9862-CA2C820B48E7}" destId="{CB3DF4D0-FBC2-47F9-8003-51A34C1BEE83}" srcOrd="1" destOrd="0" parTransId="{0E181B77-5927-4E57-ABDA-395900A99839}" sibTransId="{BF147161-0DCB-4160-BB80-5465C688DC2B}"/>
    <dgm:cxn modelId="{B8812A86-6846-46E8-AE62-C3C74FE89534}" type="presOf" srcId="{CAE9BD3B-47CC-4636-9D0F-6A8DCA69C5FF}" destId="{8340012B-3350-4DC4-88FE-E81591299FEB}" srcOrd="0" destOrd="0" presId="urn:microsoft.com/office/officeart/2018/2/layout/IconVerticalSolidList"/>
    <dgm:cxn modelId="{260C288F-5D9E-4B9E-B0C5-8F38088DA1B9}" type="presOf" srcId="{FF08B211-03EB-4646-9862-CA2C820B48E7}" destId="{D260F08B-72E2-4905-B762-6E3AC64226FF}" srcOrd="0" destOrd="0" presId="urn:microsoft.com/office/officeart/2018/2/layout/IconVerticalSolidList"/>
    <dgm:cxn modelId="{9116F091-F437-4169-9539-9489494BD7E2}" type="presOf" srcId="{FA7AD92C-F424-42AC-BF68-6C204719DDCB}" destId="{AB4F9845-9940-4450-8DD0-B499ED2E4F49}" srcOrd="0" destOrd="0" presId="urn:microsoft.com/office/officeart/2018/2/layout/IconVerticalSolidList"/>
    <dgm:cxn modelId="{2D3D01A0-5C40-465A-8878-0EC0E665CADD}" type="presOf" srcId="{B274CC6F-2C92-4008-910B-04DC8A967167}" destId="{63A87308-1D89-4BF0-BC86-66E9E627E188}" srcOrd="0" destOrd="0" presId="urn:microsoft.com/office/officeart/2018/2/layout/IconVerticalSolidList"/>
    <dgm:cxn modelId="{762335B9-DAFE-4E2B-B10A-694D461A910C}" srcId="{FF08B211-03EB-4646-9862-CA2C820B48E7}" destId="{B274CC6F-2C92-4008-910B-04DC8A967167}" srcOrd="0" destOrd="0" parTransId="{802D311B-379E-435B-89B4-DAF5E9FF0D5F}" sibTransId="{0B8FFAB4-394E-4D38-A8CC-204CD875A681}"/>
    <dgm:cxn modelId="{6B799CC8-FF34-43FE-AA8C-3154C18504BA}" srcId="{FF08B211-03EB-4646-9862-CA2C820B48E7}" destId="{DE6A0EF7-A6DC-413D-8620-9C65F71B71B2}" srcOrd="3" destOrd="0" parTransId="{99DBBBC7-BE67-4868-93CD-9879EE378FFD}" sibTransId="{88EF3044-F5C6-4B4B-95AD-5BE72392E217}"/>
    <dgm:cxn modelId="{8B0A99DE-D132-479C-87F6-6772B7C15E26}" srcId="{FF08B211-03EB-4646-9862-CA2C820B48E7}" destId="{FA7AD92C-F424-42AC-BF68-6C204719DDCB}" srcOrd="2" destOrd="0" parTransId="{0BD0BED1-A7CF-4140-B3D6-D6A8EECB97D8}" sibTransId="{75EB159D-C64C-4F59-8D10-A0B718E1DA5F}"/>
    <dgm:cxn modelId="{956562E5-A21B-4BEE-B0A5-99CD8C0EEBB0}" srcId="{FF08B211-03EB-4646-9862-CA2C820B48E7}" destId="{CAE9BD3B-47CC-4636-9D0F-6A8DCA69C5FF}" srcOrd="4" destOrd="0" parTransId="{BAF554FE-78C1-446E-89AB-AB4A6E10FF5C}" sibTransId="{2B9161F9-F601-4784-9BFC-B9FAA97D1404}"/>
    <dgm:cxn modelId="{4DF9DCFC-7C1A-485B-94B7-8808D898766F}" type="presParOf" srcId="{D260F08B-72E2-4905-B762-6E3AC64226FF}" destId="{58496C83-963A-4894-9CD8-4C012D475812}" srcOrd="0" destOrd="0" presId="urn:microsoft.com/office/officeart/2018/2/layout/IconVerticalSolidList"/>
    <dgm:cxn modelId="{37354A22-029D-4C8D-908D-066BD9CFDD9E}" type="presParOf" srcId="{58496C83-963A-4894-9CD8-4C012D475812}" destId="{91F1BFE0-E0D4-4F9E-8CA7-84238B3D3016}" srcOrd="0" destOrd="0" presId="urn:microsoft.com/office/officeart/2018/2/layout/IconVerticalSolidList"/>
    <dgm:cxn modelId="{4D6C4DCB-C490-47AD-94B9-18DE48B6AC96}" type="presParOf" srcId="{58496C83-963A-4894-9CD8-4C012D475812}" destId="{C7A2A2D9-EA98-4645-9B35-930B413EBFF6}" srcOrd="1" destOrd="0" presId="urn:microsoft.com/office/officeart/2018/2/layout/IconVerticalSolidList"/>
    <dgm:cxn modelId="{3AC086A3-BA48-4421-88CF-35A060258C37}" type="presParOf" srcId="{58496C83-963A-4894-9CD8-4C012D475812}" destId="{54B345A9-8B56-4144-84BF-9524AFF74128}" srcOrd="2" destOrd="0" presId="urn:microsoft.com/office/officeart/2018/2/layout/IconVerticalSolidList"/>
    <dgm:cxn modelId="{DEA3276A-F526-4BBA-ABB1-FDCD9E0105E8}" type="presParOf" srcId="{58496C83-963A-4894-9CD8-4C012D475812}" destId="{63A87308-1D89-4BF0-BC86-66E9E627E188}" srcOrd="3" destOrd="0" presId="urn:microsoft.com/office/officeart/2018/2/layout/IconVerticalSolidList"/>
    <dgm:cxn modelId="{C4AE2A12-28DF-49D5-9971-5C4B8549B28A}" type="presParOf" srcId="{D260F08B-72E2-4905-B762-6E3AC64226FF}" destId="{1C13B957-1476-4641-9943-37640771526B}" srcOrd="1" destOrd="0" presId="urn:microsoft.com/office/officeart/2018/2/layout/IconVerticalSolidList"/>
    <dgm:cxn modelId="{6B5425E1-1DCA-4B7E-A8B4-8D6405A0A1D4}" type="presParOf" srcId="{D260F08B-72E2-4905-B762-6E3AC64226FF}" destId="{3A42B3D1-1978-42E0-9D6E-C439D246FC5B}" srcOrd="2" destOrd="0" presId="urn:microsoft.com/office/officeart/2018/2/layout/IconVerticalSolidList"/>
    <dgm:cxn modelId="{C0E41EAF-3666-4AB8-A9FE-58E0BC0CD4BA}" type="presParOf" srcId="{3A42B3D1-1978-42E0-9D6E-C439D246FC5B}" destId="{1EA53668-11EC-46AA-B971-B636C1A9CA7F}" srcOrd="0" destOrd="0" presId="urn:microsoft.com/office/officeart/2018/2/layout/IconVerticalSolidList"/>
    <dgm:cxn modelId="{91AD3D48-07A5-4276-BC1D-A91312635E96}" type="presParOf" srcId="{3A42B3D1-1978-42E0-9D6E-C439D246FC5B}" destId="{4C438B18-50DC-4B5A-AB5C-03B592DAC093}" srcOrd="1" destOrd="0" presId="urn:microsoft.com/office/officeart/2018/2/layout/IconVerticalSolidList"/>
    <dgm:cxn modelId="{F900E939-6D18-4A7C-80D0-F5D10FBB65BD}" type="presParOf" srcId="{3A42B3D1-1978-42E0-9D6E-C439D246FC5B}" destId="{E166DA56-E68D-4A02-A7EC-06B94DA390AC}" srcOrd="2" destOrd="0" presId="urn:microsoft.com/office/officeart/2018/2/layout/IconVerticalSolidList"/>
    <dgm:cxn modelId="{9DE4F7A1-4CC8-42EB-B0B8-C1A433A16332}" type="presParOf" srcId="{3A42B3D1-1978-42E0-9D6E-C439D246FC5B}" destId="{B44CEC5B-C478-4071-8EF6-124EDFBB4F9A}" srcOrd="3" destOrd="0" presId="urn:microsoft.com/office/officeart/2018/2/layout/IconVerticalSolidList"/>
    <dgm:cxn modelId="{09E66B86-1467-4481-B0D2-1941869DC67D}" type="presParOf" srcId="{D260F08B-72E2-4905-B762-6E3AC64226FF}" destId="{5267A685-AB98-4BF5-8D02-D66EFACE039C}" srcOrd="3" destOrd="0" presId="urn:microsoft.com/office/officeart/2018/2/layout/IconVerticalSolidList"/>
    <dgm:cxn modelId="{BF2A3B32-22EB-49B8-B781-9DD8B4920174}" type="presParOf" srcId="{D260F08B-72E2-4905-B762-6E3AC64226FF}" destId="{5AE82F1C-AD51-4FB5-BC1C-D53926913F90}" srcOrd="4" destOrd="0" presId="urn:microsoft.com/office/officeart/2018/2/layout/IconVerticalSolidList"/>
    <dgm:cxn modelId="{3203AE71-D359-4C39-B157-94E5C0FD38B8}" type="presParOf" srcId="{5AE82F1C-AD51-4FB5-BC1C-D53926913F90}" destId="{CCE34320-61E1-49E4-BFBA-210042BE0543}" srcOrd="0" destOrd="0" presId="urn:microsoft.com/office/officeart/2018/2/layout/IconVerticalSolidList"/>
    <dgm:cxn modelId="{9EF22DBE-146A-4D2E-807A-018B5547E652}" type="presParOf" srcId="{5AE82F1C-AD51-4FB5-BC1C-D53926913F90}" destId="{AC81382D-247E-4770-86E5-F48DB296CADA}" srcOrd="1" destOrd="0" presId="urn:microsoft.com/office/officeart/2018/2/layout/IconVerticalSolidList"/>
    <dgm:cxn modelId="{D2906837-164B-4023-8180-768D2B41351E}" type="presParOf" srcId="{5AE82F1C-AD51-4FB5-BC1C-D53926913F90}" destId="{464A8D75-4564-4A78-9895-6AD7F17F05B6}" srcOrd="2" destOrd="0" presId="urn:microsoft.com/office/officeart/2018/2/layout/IconVerticalSolidList"/>
    <dgm:cxn modelId="{D00CF376-375C-4781-B133-6378D5DCBDF8}" type="presParOf" srcId="{5AE82F1C-AD51-4FB5-BC1C-D53926913F90}" destId="{AB4F9845-9940-4450-8DD0-B499ED2E4F49}" srcOrd="3" destOrd="0" presId="urn:microsoft.com/office/officeart/2018/2/layout/IconVerticalSolidList"/>
    <dgm:cxn modelId="{FBACB4B6-421A-4F25-8282-21BE5EB47D62}" type="presParOf" srcId="{D260F08B-72E2-4905-B762-6E3AC64226FF}" destId="{ABC1E057-94C3-49C5-B5D5-E8A6B664122C}" srcOrd="5" destOrd="0" presId="urn:microsoft.com/office/officeart/2018/2/layout/IconVerticalSolidList"/>
    <dgm:cxn modelId="{3699BBA2-2020-4ADD-A2E1-7359544E8E03}" type="presParOf" srcId="{D260F08B-72E2-4905-B762-6E3AC64226FF}" destId="{3BB97659-312F-47C8-BF58-06DD64B0FA95}" srcOrd="6" destOrd="0" presId="urn:microsoft.com/office/officeart/2018/2/layout/IconVerticalSolidList"/>
    <dgm:cxn modelId="{57A09A8F-6491-4A16-BCDA-0EAAD4068ECE}" type="presParOf" srcId="{3BB97659-312F-47C8-BF58-06DD64B0FA95}" destId="{ED2E325D-C187-475C-AA13-B3D4A2BBF611}" srcOrd="0" destOrd="0" presId="urn:microsoft.com/office/officeart/2018/2/layout/IconVerticalSolidList"/>
    <dgm:cxn modelId="{18193437-EF4F-46C2-9D52-CAEBD4DD049E}" type="presParOf" srcId="{3BB97659-312F-47C8-BF58-06DD64B0FA95}" destId="{6CCF8EB8-722C-4FD0-9216-A84FD4F65746}" srcOrd="1" destOrd="0" presId="urn:microsoft.com/office/officeart/2018/2/layout/IconVerticalSolidList"/>
    <dgm:cxn modelId="{B946F023-0FA6-4386-AA1D-51D062997C90}" type="presParOf" srcId="{3BB97659-312F-47C8-BF58-06DD64B0FA95}" destId="{604C6A41-B7A3-45E4-B9AA-D6687CC317B1}" srcOrd="2" destOrd="0" presId="urn:microsoft.com/office/officeart/2018/2/layout/IconVerticalSolidList"/>
    <dgm:cxn modelId="{EC31F328-F840-4A3D-8D9E-0E39738436D0}" type="presParOf" srcId="{3BB97659-312F-47C8-BF58-06DD64B0FA95}" destId="{9BFC3F98-6039-4CBB-95B7-54C827495501}" srcOrd="3" destOrd="0" presId="urn:microsoft.com/office/officeart/2018/2/layout/IconVerticalSolidList"/>
    <dgm:cxn modelId="{436F595E-2CDD-4259-B13A-0711F5F727B9}" type="presParOf" srcId="{D260F08B-72E2-4905-B762-6E3AC64226FF}" destId="{3EC0E141-A170-4F85-8877-FD77E7CC21F3}" srcOrd="7" destOrd="0" presId="urn:microsoft.com/office/officeart/2018/2/layout/IconVerticalSolidList"/>
    <dgm:cxn modelId="{6E22F071-8A56-4626-AE62-B9ED8A9E0DF2}" type="presParOf" srcId="{D260F08B-72E2-4905-B762-6E3AC64226FF}" destId="{9EA06484-56A6-400C-A2AB-B8E710C99E37}" srcOrd="8" destOrd="0" presId="urn:microsoft.com/office/officeart/2018/2/layout/IconVerticalSolidList"/>
    <dgm:cxn modelId="{80D088A4-261E-4DF8-AB81-8152661C4906}" type="presParOf" srcId="{9EA06484-56A6-400C-A2AB-B8E710C99E37}" destId="{8C67D5AF-6E0E-467E-8823-395165556990}" srcOrd="0" destOrd="0" presId="urn:microsoft.com/office/officeart/2018/2/layout/IconVerticalSolidList"/>
    <dgm:cxn modelId="{EF662CAE-3224-49CC-A706-0363DB116346}" type="presParOf" srcId="{9EA06484-56A6-400C-A2AB-B8E710C99E37}" destId="{90C15B1E-5B15-43BE-9B4D-42FB99642B1A}" srcOrd="1" destOrd="0" presId="urn:microsoft.com/office/officeart/2018/2/layout/IconVerticalSolidList"/>
    <dgm:cxn modelId="{0D148699-CE9C-44C0-A107-378638439C66}" type="presParOf" srcId="{9EA06484-56A6-400C-A2AB-B8E710C99E37}" destId="{CEFD4741-0E80-4CFD-8F8F-3CFFEDE42648}" srcOrd="2" destOrd="0" presId="urn:microsoft.com/office/officeart/2018/2/layout/IconVerticalSolidList"/>
    <dgm:cxn modelId="{18BBCFAD-716A-4607-93E6-4B5C28EB0D73}" type="presParOf" srcId="{9EA06484-56A6-400C-A2AB-B8E710C99E37}" destId="{8340012B-3350-4DC4-88FE-E81591299FE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3A4E941-4383-4883-97B3-B0BD8F908EB6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7B1BF78-22AC-438C-8AA7-CA4DADBDEC39}">
      <dgm:prSet/>
      <dgm:spPr/>
      <dgm:t>
        <a:bodyPr/>
        <a:lstStyle/>
        <a:p>
          <a:r>
            <a:rPr lang="en-US"/>
            <a:t>Automate data processing and reporting using Databricks</a:t>
          </a:r>
        </a:p>
      </dgm:t>
    </dgm:pt>
    <dgm:pt modelId="{F1A8D213-5555-477C-A93F-B290F346A377}" type="parTrans" cxnId="{63143CCC-3598-46FA-A648-2FC31A75E115}">
      <dgm:prSet/>
      <dgm:spPr/>
      <dgm:t>
        <a:bodyPr/>
        <a:lstStyle/>
        <a:p>
          <a:endParaRPr lang="en-US"/>
        </a:p>
      </dgm:t>
    </dgm:pt>
    <dgm:pt modelId="{B755723F-CCEE-4EC3-9A5B-E23137436EC1}" type="sibTrans" cxnId="{63143CCC-3598-46FA-A648-2FC31A75E115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D45F85DD-4FBA-4146-8D85-1B4E502CF90A}">
      <dgm:prSet/>
      <dgm:spPr/>
      <dgm:t>
        <a:bodyPr/>
        <a:lstStyle/>
        <a:p>
          <a:r>
            <a:rPr lang="en-US"/>
            <a:t>Develop interactive dashboards (Power BI / Tableau)</a:t>
          </a:r>
        </a:p>
      </dgm:t>
    </dgm:pt>
    <dgm:pt modelId="{6B16105E-1DB0-4DE4-9968-146F0871E937}" type="parTrans" cxnId="{4810879D-BB37-43EE-8057-0494990659F4}">
      <dgm:prSet/>
      <dgm:spPr/>
      <dgm:t>
        <a:bodyPr/>
        <a:lstStyle/>
        <a:p>
          <a:endParaRPr lang="en-US"/>
        </a:p>
      </dgm:t>
    </dgm:pt>
    <dgm:pt modelId="{1D06FE45-B33F-42B2-969C-49E084769C2C}" type="sibTrans" cxnId="{4810879D-BB37-43EE-8057-0494990659F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FFF02772-70B9-4077-B383-6B66D603CC16}">
      <dgm:prSet/>
      <dgm:spPr/>
      <dgm:t>
        <a:bodyPr/>
        <a:lstStyle/>
        <a:p>
          <a:r>
            <a:rPr lang="en-US"/>
            <a:t>Implement real-time sales tracking</a:t>
          </a:r>
        </a:p>
      </dgm:t>
    </dgm:pt>
    <dgm:pt modelId="{22F756CD-B9B3-49CA-BFA4-5F80846A4A64}" type="parTrans" cxnId="{309E00C9-16C4-4A80-9694-3A1B4100114C}">
      <dgm:prSet/>
      <dgm:spPr/>
      <dgm:t>
        <a:bodyPr/>
        <a:lstStyle/>
        <a:p>
          <a:endParaRPr lang="en-US"/>
        </a:p>
      </dgm:t>
    </dgm:pt>
    <dgm:pt modelId="{6AFB7493-E8EF-45FA-8D04-817F4907E798}" type="sibTrans" cxnId="{309E00C9-16C4-4A80-9694-3A1B4100114C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BC030A6D-2123-4346-B041-28C877F29747}">
      <dgm:prSet/>
      <dgm:spPr/>
      <dgm:t>
        <a:bodyPr/>
        <a:lstStyle/>
        <a:p>
          <a:r>
            <a:rPr lang="en-US"/>
            <a:t>Apply predictive analytics for demand forecasting</a:t>
          </a:r>
        </a:p>
      </dgm:t>
    </dgm:pt>
    <dgm:pt modelId="{FC1BF0E7-3121-4A48-BA05-47147185D447}" type="parTrans" cxnId="{B1145331-B751-406B-9455-ED1F21A1B931}">
      <dgm:prSet/>
      <dgm:spPr/>
      <dgm:t>
        <a:bodyPr/>
        <a:lstStyle/>
        <a:p>
          <a:endParaRPr lang="en-US"/>
        </a:p>
      </dgm:t>
    </dgm:pt>
    <dgm:pt modelId="{DC27BF48-4B62-438F-8546-BCB31AEAF709}" type="sibTrans" cxnId="{B1145331-B751-406B-9455-ED1F21A1B931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E301CE66-8DBE-4CA7-84DF-28E58581396E}">
      <dgm:prSet/>
      <dgm:spPr/>
      <dgm:t>
        <a:bodyPr/>
        <a:lstStyle/>
        <a:p>
          <a:r>
            <a:rPr lang="en-US"/>
            <a:t>Expand analysis to include customer behavior and segmentation</a:t>
          </a:r>
        </a:p>
      </dgm:t>
    </dgm:pt>
    <dgm:pt modelId="{80F7DE9A-85B2-4589-8D62-F33FC86BF653}" type="parTrans" cxnId="{719A1391-88C7-4964-83DB-F450DB3B5500}">
      <dgm:prSet/>
      <dgm:spPr/>
      <dgm:t>
        <a:bodyPr/>
        <a:lstStyle/>
        <a:p>
          <a:endParaRPr lang="en-US"/>
        </a:p>
      </dgm:t>
    </dgm:pt>
    <dgm:pt modelId="{C25D0B0F-82A2-4513-838C-54838A56B887}" type="sibTrans" cxnId="{719A1391-88C7-4964-83DB-F450DB3B5500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60A05C2C-BC09-4380-8E46-EBD2FEDA562D}" type="pres">
      <dgm:prSet presAssocID="{53A4E941-4383-4883-97B3-B0BD8F908EB6}" presName="Name0" presStyleCnt="0">
        <dgm:presLayoutVars>
          <dgm:animLvl val="lvl"/>
          <dgm:resizeHandles val="exact"/>
        </dgm:presLayoutVars>
      </dgm:prSet>
      <dgm:spPr/>
    </dgm:pt>
    <dgm:pt modelId="{33A46078-E9E5-43A1-9548-AF34A1B0CBE6}" type="pres">
      <dgm:prSet presAssocID="{17B1BF78-22AC-438C-8AA7-CA4DADBDEC39}" presName="compositeNode" presStyleCnt="0">
        <dgm:presLayoutVars>
          <dgm:bulletEnabled val="1"/>
        </dgm:presLayoutVars>
      </dgm:prSet>
      <dgm:spPr/>
    </dgm:pt>
    <dgm:pt modelId="{F589DB53-9838-4A08-B3BC-F3DE02956179}" type="pres">
      <dgm:prSet presAssocID="{17B1BF78-22AC-438C-8AA7-CA4DADBDEC39}" presName="bgRect" presStyleLbl="alignNode1" presStyleIdx="0" presStyleCnt="5"/>
      <dgm:spPr/>
    </dgm:pt>
    <dgm:pt modelId="{B1AEB07D-6927-483F-8A2F-01E2AA5A82E9}" type="pres">
      <dgm:prSet presAssocID="{B755723F-CCEE-4EC3-9A5B-E23137436EC1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6EBA6FB0-6222-4670-BF47-FE4404011CF9}" type="pres">
      <dgm:prSet presAssocID="{17B1BF78-22AC-438C-8AA7-CA4DADBDEC39}" presName="nodeRect" presStyleLbl="alignNode1" presStyleIdx="0" presStyleCnt="5">
        <dgm:presLayoutVars>
          <dgm:bulletEnabled val="1"/>
        </dgm:presLayoutVars>
      </dgm:prSet>
      <dgm:spPr/>
    </dgm:pt>
    <dgm:pt modelId="{8570B62D-8DCA-4CBF-953C-32695231C0D6}" type="pres">
      <dgm:prSet presAssocID="{B755723F-CCEE-4EC3-9A5B-E23137436EC1}" presName="sibTrans" presStyleCnt="0"/>
      <dgm:spPr/>
    </dgm:pt>
    <dgm:pt modelId="{B0821DBC-D1A9-43CD-B8FF-580C94D9F533}" type="pres">
      <dgm:prSet presAssocID="{D45F85DD-4FBA-4146-8D85-1B4E502CF90A}" presName="compositeNode" presStyleCnt="0">
        <dgm:presLayoutVars>
          <dgm:bulletEnabled val="1"/>
        </dgm:presLayoutVars>
      </dgm:prSet>
      <dgm:spPr/>
    </dgm:pt>
    <dgm:pt modelId="{658825F2-3EED-4DC9-BC91-3CC2FB7D2021}" type="pres">
      <dgm:prSet presAssocID="{D45F85DD-4FBA-4146-8D85-1B4E502CF90A}" presName="bgRect" presStyleLbl="alignNode1" presStyleIdx="1" presStyleCnt="5"/>
      <dgm:spPr/>
    </dgm:pt>
    <dgm:pt modelId="{787FE615-526B-4AB1-A816-010CE0577E66}" type="pres">
      <dgm:prSet presAssocID="{1D06FE45-B33F-42B2-969C-49E084769C2C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B99B4056-5D84-4C64-B4E9-9378E729AF13}" type="pres">
      <dgm:prSet presAssocID="{D45F85DD-4FBA-4146-8D85-1B4E502CF90A}" presName="nodeRect" presStyleLbl="alignNode1" presStyleIdx="1" presStyleCnt="5">
        <dgm:presLayoutVars>
          <dgm:bulletEnabled val="1"/>
        </dgm:presLayoutVars>
      </dgm:prSet>
      <dgm:spPr/>
    </dgm:pt>
    <dgm:pt modelId="{0500FDF3-D4DB-46E8-81D7-87F792289D1D}" type="pres">
      <dgm:prSet presAssocID="{1D06FE45-B33F-42B2-969C-49E084769C2C}" presName="sibTrans" presStyleCnt="0"/>
      <dgm:spPr/>
    </dgm:pt>
    <dgm:pt modelId="{E9488098-4170-4B82-A56B-D843AAD7878F}" type="pres">
      <dgm:prSet presAssocID="{FFF02772-70B9-4077-B383-6B66D603CC16}" presName="compositeNode" presStyleCnt="0">
        <dgm:presLayoutVars>
          <dgm:bulletEnabled val="1"/>
        </dgm:presLayoutVars>
      </dgm:prSet>
      <dgm:spPr/>
    </dgm:pt>
    <dgm:pt modelId="{A0C1CFB1-201E-4450-886F-97737E3F7EC0}" type="pres">
      <dgm:prSet presAssocID="{FFF02772-70B9-4077-B383-6B66D603CC16}" presName="bgRect" presStyleLbl="alignNode1" presStyleIdx="2" presStyleCnt="5"/>
      <dgm:spPr/>
    </dgm:pt>
    <dgm:pt modelId="{10745C5A-A6C1-4861-83A8-A76E82AFDCF7}" type="pres">
      <dgm:prSet presAssocID="{6AFB7493-E8EF-45FA-8D04-817F4907E798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F1E0A4F3-CEDA-4DA5-8BCA-05161106DACC}" type="pres">
      <dgm:prSet presAssocID="{FFF02772-70B9-4077-B383-6B66D603CC16}" presName="nodeRect" presStyleLbl="alignNode1" presStyleIdx="2" presStyleCnt="5">
        <dgm:presLayoutVars>
          <dgm:bulletEnabled val="1"/>
        </dgm:presLayoutVars>
      </dgm:prSet>
      <dgm:spPr/>
    </dgm:pt>
    <dgm:pt modelId="{4927F381-EEB3-461A-9336-4BF07CC327F2}" type="pres">
      <dgm:prSet presAssocID="{6AFB7493-E8EF-45FA-8D04-817F4907E798}" presName="sibTrans" presStyleCnt="0"/>
      <dgm:spPr/>
    </dgm:pt>
    <dgm:pt modelId="{6DD3AFC1-C945-49FB-ADC5-5BD1776FA865}" type="pres">
      <dgm:prSet presAssocID="{BC030A6D-2123-4346-B041-28C877F29747}" presName="compositeNode" presStyleCnt="0">
        <dgm:presLayoutVars>
          <dgm:bulletEnabled val="1"/>
        </dgm:presLayoutVars>
      </dgm:prSet>
      <dgm:spPr/>
    </dgm:pt>
    <dgm:pt modelId="{D433034E-F7F8-4BCD-8993-42CF316821F1}" type="pres">
      <dgm:prSet presAssocID="{BC030A6D-2123-4346-B041-28C877F29747}" presName="bgRect" presStyleLbl="alignNode1" presStyleIdx="3" presStyleCnt="5"/>
      <dgm:spPr/>
    </dgm:pt>
    <dgm:pt modelId="{21C98066-2646-4AB3-83F8-B9D1CF1D56AF}" type="pres">
      <dgm:prSet presAssocID="{DC27BF48-4B62-438F-8546-BCB31AEAF709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4F2E47B0-DA09-4242-A7B7-EFCBA26BD5B7}" type="pres">
      <dgm:prSet presAssocID="{BC030A6D-2123-4346-B041-28C877F29747}" presName="nodeRect" presStyleLbl="alignNode1" presStyleIdx="3" presStyleCnt="5">
        <dgm:presLayoutVars>
          <dgm:bulletEnabled val="1"/>
        </dgm:presLayoutVars>
      </dgm:prSet>
      <dgm:spPr/>
    </dgm:pt>
    <dgm:pt modelId="{C05182C4-EAD6-44E5-B085-2DA951661C18}" type="pres">
      <dgm:prSet presAssocID="{DC27BF48-4B62-438F-8546-BCB31AEAF709}" presName="sibTrans" presStyleCnt="0"/>
      <dgm:spPr/>
    </dgm:pt>
    <dgm:pt modelId="{E317636B-3318-4001-A874-5EFC73770450}" type="pres">
      <dgm:prSet presAssocID="{E301CE66-8DBE-4CA7-84DF-28E58581396E}" presName="compositeNode" presStyleCnt="0">
        <dgm:presLayoutVars>
          <dgm:bulletEnabled val="1"/>
        </dgm:presLayoutVars>
      </dgm:prSet>
      <dgm:spPr/>
    </dgm:pt>
    <dgm:pt modelId="{BB1CFD20-DDB6-45AB-993F-A324094ACA8A}" type="pres">
      <dgm:prSet presAssocID="{E301CE66-8DBE-4CA7-84DF-28E58581396E}" presName="bgRect" presStyleLbl="alignNode1" presStyleIdx="4" presStyleCnt="5"/>
      <dgm:spPr/>
    </dgm:pt>
    <dgm:pt modelId="{ED4443C3-BE04-4A69-9AA7-38516F095341}" type="pres">
      <dgm:prSet presAssocID="{C25D0B0F-82A2-4513-838C-54838A56B887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0E1AB7E9-A6A7-4370-B30E-1249EB47D22E}" type="pres">
      <dgm:prSet presAssocID="{E301CE66-8DBE-4CA7-84DF-28E58581396E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0D76A40E-BB17-4DF2-88DF-D3CBA0518327}" type="presOf" srcId="{6AFB7493-E8EF-45FA-8D04-817F4907E798}" destId="{10745C5A-A6C1-4861-83A8-A76E82AFDCF7}" srcOrd="0" destOrd="0" presId="urn:microsoft.com/office/officeart/2016/7/layout/LinearBlockProcessNumbered"/>
    <dgm:cxn modelId="{48569516-AE75-45B2-8CA5-BB1F22A6969E}" type="presOf" srcId="{E301CE66-8DBE-4CA7-84DF-28E58581396E}" destId="{0E1AB7E9-A6A7-4370-B30E-1249EB47D22E}" srcOrd="1" destOrd="0" presId="urn:microsoft.com/office/officeart/2016/7/layout/LinearBlockProcessNumbered"/>
    <dgm:cxn modelId="{B1145331-B751-406B-9455-ED1F21A1B931}" srcId="{53A4E941-4383-4883-97B3-B0BD8F908EB6}" destId="{BC030A6D-2123-4346-B041-28C877F29747}" srcOrd="3" destOrd="0" parTransId="{FC1BF0E7-3121-4A48-BA05-47147185D447}" sibTransId="{DC27BF48-4B62-438F-8546-BCB31AEAF709}"/>
    <dgm:cxn modelId="{39B3D132-B3B5-4FA9-BA6B-B4232F0173C8}" type="presOf" srcId="{17B1BF78-22AC-438C-8AA7-CA4DADBDEC39}" destId="{6EBA6FB0-6222-4670-BF47-FE4404011CF9}" srcOrd="1" destOrd="0" presId="urn:microsoft.com/office/officeart/2016/7/layout/LinearBlockProcessNumbered"/>
    <dgm:cxn modelId="{60430936-CA04-4333-A9D5-26F621A2248E}" type="presOf" srcId="{DC27BF48-4B62-438F-8546-BCB31AEAF709}" destId="{21C98066-2646-4AB3-83F8-B9D1CF1D56AF}" srcOrd="0" destOrd="0" presId="urn:microsoft.com/office/officeart/2016/7/layout/LinearBlockProcessNumbered"/>
    <dgm:cxn modelId="{8BEE2D36-55A2-446B-9B2C-D9B1C312D70E}" type="presOf" srcId="{E301CE66-8DBE-4CA7-84DF-28E58581396E}" destId="{BB1CFD20-DDB6-45AB-993F-A324094ACA8A}" srcOrd="0" destOrd="0" presId="urn:microsoft.com/office/officeart/2016/7/layout/LinearBlockProcessNumbered"/>
    <dgm:cxn modelId="{881AC244-61D0-4E89-BD97-893396EEF719}" type="presOf" srcId="{FFF02772-70B9-4077-B383-6B66D603CC16}" destId="{F1E0A4F3-CEDA-4DA5-8BCA-05161106DACC}" srcOrd="1" destOrd="0" presId="urn:microsoft.com/office/officeart/2016/7/layout/LinearBlockProcessNumbered"/>
    <dgm:cxn modelId="{C4AEBC6B-01FF-4053-A1B4-1A8B7908E5B4}" type="presOf" srcId="{BC030A6D-2123-4346-B041-28C877F29747}" destId="{D433034E-F7F8-4BCD-8993-42CF316821F1}" srcOrd="0" destOrd="0" presId="urn:microsoft.com/office/officeart/2016/7/layout/LinearBlockProcessNumbered"/>
    <dgm:cxn modelId="{116E5B6D-E832-4B19-8789-30AF9ECA2EEB}" type="presOf" srcId="{FFF02772-70B9-4077-B383-6B66D603CC16}" destId="{A0C1CFB1-201E-4450-886F-97737E3F7EC0}" srcOrd="0" destOrd="0" presId="urn:microsoft.com/office/officeart/2016/7/layout/LinearBlockProcessNumbered"/>
    <dgm:cxn modelId="{2D3B677E-3B4F-4445-91B3-30C0E7D34DBE}" type="presOf" srcId="{B755723F-CCEE-4EC3-9A5B-E23137436EC1}" destId="{B1AEB07D-6927-483F-8A2F-01E2AA5A82E9}" srcOrd="0" destOrd="0" presId="urn:microsoft.com/office/officeart/2016/7/layout/LinearBlockProcessNumbered"/>
    <dgm:cxn modelId="{C3BC837F-EE6D-4C2B-9A72-58D6CA75F6D7}" type="presOf" srcId="{D45F85DD-4FBA-4146-8D85-1B4E502CF90A}" destId="{B99B4056-5D84-4C64-B4E9-9378E729AF13}" srcOrd="1" destOrd="0" presId="urn:microsoft.com/office/officeart/2016/7/layout/LinearBlockProcessNumbered"/>
    <dgm:cxn modelId="{76E2478D-5616-4D16-B0BB-C67D1A65E07D}" type="presOf" srcId="{C25D0B0F-82A2-4513-838C-54838A56B887}" destId="{ED4443C3-BE04-4A69-9AA7-38516F095341}" srcOrd="0" destOrd="0" presId="urn:microsoft.com/office/officeart/2016/7/layout/LinearBlockProcessNumbered"/>
    <dgm:cxn modelId="{719A1391-88C7-4964-83DB-F450DB3B5500}" srcId="{53A4E941-4383-4883-97B3-B0BD8F908EB6}" destId="{E301CE66-8DBE-4CA7-84DF-28E58581396E}" srcOrd="4" destOrd="0" parTransId="{80F7DE9A-85B2-4589-8D62-F33FC86BF653}" sibTransId="{C25D0B0F-82A2-4513-838C-54838A56B887}"/>
    <dgm:cxn modelId="{4810879D-BB37-43EE-8057-0494990659F4}" srcId="{53A4E941-4383-4883-97B3-B0BD8F908EB6}" destId="{D45F85DD-4FBA-4146-8D85-1B4E502CF90A}" srcOrd="1" destOrd="0" parTransId="{6B16105E-1DB0-4DE4-9968-146F0871E937}" sibTransId="{1D06FE45-B33F-42B2-969C-49E084769C2C}"/>
    <dgm:cxn modelId="{D311AFAE-89E3-4949-B8A3-C65A632A6AE3}" type="presOf" srcId="{1D06FE45-B33F-42B2-969C-49E084769C2C}" destId="{787FE615-526B-4AB1-A816-010CE0577E66}" srcOrd="0" destOrd="0" presId="urn:microsoft.com/office/officeart/2016/7/layout/LinearBlockProcessNumbered"/>
    <dgm:cxn modelId="{8037D7BB-C36D-4E8B-A07E-C95D9601BE05}" type="presOf" srcId="{53A4E941-4383-4883-97B3-B0BD8F908EB6}" destId="{60A05C2C-BC09-4380-8E46-EBD2FEDA562D}" srcOrd="0" destOrd="0" presId="urn:microsoft.com/office/officeart/2016/7/layout/LinearBlockProcessNumbered"/>
    <dgm:cxn modelId="{08A1F2BE-9F1F-4551-8F18-E79DF7CDD864}" type="presOf" srcId="{BC030A6D-2123-4346-B041-28C877F29747}" destId="{4F2E47B0-DA09-4242-A7B7-EFCBA26BD5B7}" srcOrd="1" destOrd="0" presId="urn:microsoft.com/office/officeart/2016/7/layout/LinearBlockProcessNumbered"/>
    <dgm:cxn modelId="{309E00C9-16C4-4A80-9694-3A1B4100114C}" srcId="{53A4E941-4383-4883-97B3-B0BD8F908EB6}" destId="{FFF02772-70B9-4077-B383-6B66D603CC16}" srcOrd="2" destOrd="0" parTransId="{22F756CD-B9B3-49CA-BFA4-5F80846A4A64}" sibTransId="{6AFB7493-E8EF-45FA-8D04-817F4907E798}"/>
    <dgm:cxn modelId="{63143CCC-3598-46FA-A648-2FC31A75E115}" srcId="{53A4E941-4383-4883-97B3-B0BD8F908EB6}" destId="{17B1BF78-22AC-438C-8AA7-CA4DADBDEC39}" srcOrd="0" destOrd="0" parTransId="{F1A8D213-5555-477C-A93F-B290F346A377}" sibTransId="{B755723F-CCEE-4EC3-9A5B-E23137436EC1}"/>
    <dgm:cxn modelId="{8B17C0EB-5A45-49AC-862A-6AD5276E6996}" type="presOf" srcId="{17B1BF78-22AC-438C-8AA7-CA4DADBDEC39}" destId="{F589DB53-9838-4A08-B3BC-F3DE02956179}" srcOrd="0" destOrd="0" presId="urn:microsoft.com/office/officeart/2016/7/layout/LinearBlockProcessNumbered"/>
    <dgm:cxn modelId="{E2EC0DF5-21B2-413D-9338-703C93C9C4A2}" type="presOf" srcId="{D45F85DD-4FBA-4146-8D85-1B4E502CF90A}" destId="{658825F2-3EED-4DC9-BC91-3CC2FB7D2021}" srcOrd="0" destOrd="0" presId="urn:microsoft.com/office/officeart/2016/7/layout/LinearBlockProcessNumbered"/>
    <dgm:cxn modelId="{9356511C-0E3F-4690-8AA0-5FBE41A388B9}" type="presParOf" srcId="{60A05C2C-BC09-4380-8E46-EBD2FEDA562D}" destId="{33A46078-E9E5-43A1-9548-AF34A1B0CBE6}" srcOrd="0" destOrd="0" presId="urn:microsoft.com/office/officeart/2016/7/layout/LinearBlockProcessNumbered"/>
    <dgm:cxn modelId="{D49371C6-B2D2-4D76-8193-B42BF7CE6F28}" type="presParOf" srcId="{33A46078-E9E5-43A1-9548-AF34A1B0CBE6}" destId="{F589DB53-9838-4A08-B3BC-F3DE02956179}" srcOrd="0" destOrd="0" presId="urn:microsoft.com/office/officeart/2016/7/layout/LinearBlockProcessNumbered"/>
    <dgm:cxn modelId="{3DBA459B-F031-449C-A17A-C51F92945FF9}" type="presParOf" srcId="{33A46078-E9E5-43A1-9548-AF34A1B0CBE6}" destId="{B1AEB07D-6927-483F-8A2F-01E2AA5A82E9}" srcOrd="1" destOrd="0" presId="urn:microsoft.com/office/officeart/2016/7/layout/LinearBlockProcessNumbered"/>
    <dgm:cxn modelId="{54551240-7D61-4380-8F46-7F3DB1AF048D}" type="presParOf" srcId="{33A46078-E9E5-43A1-9548-AF34A1B0CBE6}" destId="{6EBA6FB0-6222-4670-BF47-FE4404011CF9}" srcOrd="2" destOrd="0" presId="urn:microsoft.com/office/officeart/2016/7/layout/LinearBlockProcessNumbered"/>
    <dgm:cxn modelId="{77BAC1F2-6319-460E-9B13-5BF8FB9FBCB1}" type="presParOf" srcId="{60A05C2C-BC09-4380-8E46-EBD2FEDA562D}" destId="{8570B62D-8DCA-4CBF-953C-32695231C0D6}" srcOrd="1" destOrd="0" presId="urn:microsoft.com/office/officeart/2016/7/layout/LinearBlockProcessNumbered"/>
    <dgm:cxn modelId="{A58DD6B8-D9B9-41C3-A8AE-B82ABDCFAC40}" type="presParOf" srcId="{60A05C2C-BC09-4380-8E46-EBD2FEDA562D}" destId="{B0821DBC-D1A9-43CD-B8FF-580C94D9F533}" srcOrd="2" destOrd="0" presId="urn:microsoft.com/office/officeart/2016/7/layout/LinearBlockProcessNumbered"/>
    <dgm:cxn modelId="{3AF2A503-86BF-4985-B281-41AD8BF5DCED}" type="presParOf" srcId="{B0821DBC-D1A9-43CD-B8FF-580C94D9F533}" destId="{658825F2-3EED-4DC9-BC91-3CC2FB7D2021}" srcOrd="0" destOrd="0" presId="urn:microsoft.com/office/officeart/2016/7/layout/LinearBlockProcessNumbered"/>
    <dgm:cxn modelId="{C2599D57-5B94-42AD-9A3B-E81D8CEE4E5E}" type="presParOf" srcId="{B0821DBC-D1A9-43CD-B8FF-580C94D9F533}" destId="{787FE615-526B-4AB1-A816-010CE0577E66}" srcOrd="1" destOrd="0" presId="urn:microsoft.com/office/officeart/2016/7/layout/LinearBlockProcessNumbered"/>
    <dgm:cxn modelId="{6F593115-1B89-4A8F-B612-1F51B8C3A411}" type="presParOf" srcId="{B0821DBC-D1A9-43CD-B8FF-580C94D9F533}" destId="{B99B4056-5D84-4C64-B4E9-9378E729AF13}" srcOrd="2" destOrd="0" presId="urn:microsoft.com/office/officeart/2016/7/layout/LinearBlockProcessNumbered"/>
    <dgm:cxn modelId="{89882FEF-F82A-4846-BB1D-87C8B30EE9EE}" type="presParOf" srcId="{60A05C2C-BC09-4380-8E46-EBD2FEDA562D}" destId="{0500FDF3-D4DB-46E8-81D7-87F792289D1D}" srcOrd="3" destOrd="0" presId="urn:microsoft.com/office/officeart/2016/7/layout/LinearBlockProcessNumbered"/>
    <dgm:cxn modelId="{759B06F3-A2A2-4096-B691-BE2D3C7901A4}" type="presParOf" srcId="{60A05C2C-BC09-4380-8E46-EBD2FEDA562D}" destId="{E9488098-4170-4B82-A56B-D843AAD7878F}" srcOrd="4" destOrd="0" presId="urn:microsoft.com/office/officeart/2016/7/layout/LinearBlockProcessNumbered"/>
    <dgm:cxn modelId="{2A5EE13F-0BD6-42E0-9FE2-1A7508EA564F}" type="presParOf" srcId="{E9488098-4170-4B82-A56B-D843AAD7878F}" destId="{A0C1CFB1-201E-4450-886F-97737E3F7EC0}" srcOrd="0" destOrd="0" presId="urn:microsoft.com/office/officeart/2016/7/layout/LinearBlockProcessNumbered"/>
    <dgm:cxn modelId="{35EA3637-84F4-4D2F-B45B-B27B9A490B07}" type="presParOf" srcId="{E9488098-4170-4B82-A56B-D843AAD7878F}" destId="{10745C5A-A6C1-4861-83A8-A76E82AFDCF7}" srcOrd="1" destOrd="0" presId="urn:microsoft.com/office/officeart/2016/7/layout/LinearBlockProcessNumbered"/>
    <dgm:cxn modelId="{80662781-7AA3-49B3-A8B4-96C04E2A67EF}" type="presParOf" srcId="{E9488098-4170-4B82-A56B-D843AAD7878F}" destId="{F1E0A4F3-CEDA-4DA5-8BCA-05161106DACC}" srcOrd="2" destOrd="0" presId="urn:microsoft.com/office/officeart/2016/7/layout/LinearBlockProcessNumbered"/>
    <dgm:cxn modelId="{FACCC07C-7D4E-4A3A-8A1C-68C438BCAD7C}" type="presParOf" srcId="{60A05C2C-BC09-4380-8E46-EBD2FEDA562D}" destId="{4927F381-EEB3-461A-9336-4BF07CC327F2}" srcOrd="5" destOrd="0" presId="urn:microsoft.com/office/officeart/2016/7/layout/LinearBlockProcessNumbered"/>
    <dgm:cxn modelId="{D3A1C0ED-7D43-435C-BE44-CD760A0F8C9D}" type="presParOf" srcId="{60A05C2C-BC09-4380-8E46-EBD2FEDA562D}" destId="{6DD3AFC1-C945-49FB-ADC5-5BD1776FA865}" srcOrd="6" destOrd="0" presId="urn:microsoft.com/office/officeart/2016/7/layout/LinearBlockProcessNumbered"/>
    <dgm:cxn modelId="{6613A502-B41F-4CB7-B9ED-6B57EEC9CA98}" type="presParOf" srcId="{6DD3AFC1-C945-49FB-ADC5-5BD1776FA865}" destId="{D433034E-F7F8-4BCD-8993-42CF316821F1}" srcOrd="0" destOrd="0" presId="urn:microsoft.com/office/officeart/2016/7/layout/LinearBlockProcessNumbered"/>
    <dgm:cxn modelId="{88753A80-6D4C-4CC7-8393-3FCDF61D95CE}" type="presParOf" srcId="{6DD3AFC1-C945-49FB-ADC5-5BD1776FA865}" destId="{21C98066-2646-4AB3-83F8-B9D1CF1D56AF}" srcOrd="1" destOrd="0" presId="urn:microsoft.com/office/officeart/2016/7/layout/LinearBlockProcessNumbered"/>
    <dgm:cxn modelId="{B735BE89-4036-4F80-BFBC-74B25C6663C7}" type="presParOf" srcId="{6DD3AFC1-C945-49FB-ADC5-5BD1776FA865}" destId="{4F2E47B0-DA09-4242-A7B7-EFCBA26BD5B7}" srcOrd="2" destOrd="0" presId="urn:microsoft.com/office/officeart/2016/7/layout/LinearBlockProcessNumbered"/>
    <dgm:cxn modelId="{BDCD60D6-A27F-4C6B-A306-F785DCB9E352}" type="presParOf" srcId="{60A05C2C-BC09-4380-8E46-EBD2FEDA562D}" destId="{C05182C4-EAD6-44E5-B085-2DA951661C18}" srcOrd="7" destOrd="0" presId="urn:microsoft.com/office/officeart/2016/7/layout/LinearBlockProcessNumbered"/>
    <dgm:cxn modelId="{303DBA0E-9577-4F57-B3D6-17787B5B51EB}" type="presParOf" srcId="{60A05C2C-BC09-4380-8E46-EBD2FEDA562D}" destId="{E317636B-3318-4001-A874-5EFC73770450}" srcOrd="8" destOrd="0" presId="urn:microsoft.com/office/officeart/2016/7/layout/LinearBlockProcessNumbered"/>
    <dgm:cxn modelId="{C8DDD03C-8784-4497-A60A-1EE770F2913F}" type="presParOf" srcId="{E317636B-3318-4001-A874-5EFC73770450}" destId="{BB1CFD20-DDB6-45AB-993F-A324094ACA8A}" srcOrd="0" destOrd="0" presId="urn:microsoft.com/office/officeart/2016/7/layout/LinearBlockProcessNumbered"/>
    <dgm:cxn modelId="{FD9DC319-2E31-4A41-900B-79327BE3487B}" type="presParOf" srcId="{E317636B-3318-4001-A874-5EFC73770450}" destId="{ED4443C3-BE04-4A69-9AA7-38516F095341}" srcOrd="1" destOrd="0" presId="urn:microsoft.com/office/officeart/2016/7/layout/LinearBlockProcessNumbered"/>
    <dgm:cxn modelId="{D84F4686-E790-4647-89F1-903CFC5D2B01}" type="presParOf" srcId="{E317636B-3318-4001-A874-5EFC73770450}" destId="{0E1AB7E9-A6A7-4370-B30E-1249EB47D22E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D63E9D-E5FE-4A8C-9849-5DB3BB23703B}">
      <dsp:nvSpPr>
        <dsp:cNvPr id="0" name=""/>
        <dsp:cNvSpPr/>
      </dsp:nvSpPr>
      <dsp:spPr>
        <a:xfrm>
          <a:off x="0" y="696"/>
          <a:ext cx="540085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FC0670-BAA5-47DE-A6F1-48C97CD67A93}">
      <dsp:nvSpPr>
        <dsp:cNvPr id="0" name=""/>
        <dsp:cNvSpPr/>
      </dsp:nvSpPr>
      <dsp:spPr>
        <a:xfrm>
          <a:off x="0" y="696"/>
          <a:ext cx="5400858" cy="43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PROJECT OVERVIEW.....01</a:t>
          </a:r>
        </a:p>
      </dsp:txBody>
      <dsp:txXfrm>
        <a:off x="0" y="696"/>
        <a:ext cx="5400858" cy="438740"/>
      </dsp:txXfrm>
    </dsp:sp>
    <dsp:sp modelId="{220AF574-AC4B-4C88-9594-21CEA36762A8}">
      <dsp:nvSpPr>
        <dsp:cNvPr id="0" name=""/>
        <dsp:cNvSpPr/>
      </dsp:nvSpPr>
      <dsp:spPr>
        <a:xfrm>
          <a:off x="0" y="439436"/>
          <a:ext cx="540085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A796FF-84BD-4D92-8B15-74EABAC873F5}">
      <dsp:nvSpPr>
        <dsp:cNvPr id="0" name=""/>
        <dsp:cNvSpPr/>
      </dsp:nvSpPr>
      <dsp:spPr>
        <a:xfrm>
          <a:off x="0" y="439436"/>
          <a:ext cx="5400858" cy="43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OBJECTIVES…..02</a:t>
          </a:r>
        </a:p>
      </dsp:txBody>
      <dsp:txXfrm>
        <a:off x="0" y="439436"/>
        <a:ext cx="5400858" cy="438740"/>
      </dsp:txXfrm>
    </dsp:sp>
    <dsp:sp modelId="{9EC4EC03-E0E8-4B86-93C4-44C616EAEBAA}">
      <dsp:nvSpPr>
        <dsp:cNvPr id="0" name=""/>
        <dsp:cNvSpPr/>
      </dsp:nvSpPr>
      <dsp:spPr>
        <a:xfrm>
          <a:off x="0" y="878176"/>
          <a:ext cx="540085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4F520F-B757-4985-B4C9-DC709D16EB90}">
      <dsp:nvSpPr>
        <dsp:cNvPr id="0" name=""/>
        <dsp:cNvSpPr/>
      </dsp:nvSpPr>
      <dsp:spPr>
        <a:xfrm>
          <a:off x="0" y="878176"/>
          <a:ext cx="5400858" cy="43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DATASET OVERVIEW…..03</a:t>
          </a:r>
        </a:p>
      </dsp:txBody>
      <dsp:txXfrm>
        <a:off x="0" y="878176"/>
        <a:ext cx="5400858" cy="438740"/>
      </dsp:txXfrm>
    </dsp:sp>
    <dsp:sp modelId="{8300F6AB-A3E6-480B-9946-C52057680E41}">
      <dsp:nvSpPr>
        <dsp:cNvPr id="0" name=""/>
        <dsp:cNvSpPr/>
      </dsp:nvSpPr>
      <dsp:spPr>
        <a:xfrm>
          <a:off x="0" y="1316916"/>
          <a:ext cx="540085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9316BB-17B2-4ED2-BDE9-4370EC8B39E3}">
      <dsp:nvSpPr>
        <dsp:cNvPr id="0" name=""/>
        <dsp:cNvSpPr/>
      </dsp:nvSpPr>
      <dsp:spPr>
        <a:xfrm>
          <a:off x="0" y="1316916"/>
          <a:ext cx="5400858" cy="43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METHODOLOGY…..04</a:t>
          </a:r>
        </a:p>
      </dsp:txBody>
      <dsp:txXfrm>
        <a:off x="0" y="1316916"/>
        <a:ext cx="5400858" cy="438740"/>
      </dsp:txXfrm>
    </dsp:sp>
    <dsp:sp modelId="{65952AF6-BEC6-42A1-AC80-685873AC82EF}">
      <dsp:nvSpPr>
        <dsp:cNvPr id="0" name=""/>
        <dsp:cNvSpPr/>
      </dsp:nvSpPr>
      <dsp:spPr>
        <a:xfrm>
          <a:off x="0" y="1755657"/>
          <a:ext cx="5400858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D1D157-CC3B-4066-B291-3F91395166D8}">
      <dsp:nvSpPr>
        <dsp:cNvPr id="0" name=""/>
        <dsp:cNvSpPr/>
      </dsp:nvSpPr>
      <dsp:spPr>
        <a:xfrm>
          <a:off x="0" y="1755657"/>
          <a:ext cx="5400858" cy="43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 PROCESSING…..05</a:t>
          </a:r>
        </a:p>
      </dsp:txBody>
      <dsp:txXfrm>
        <a:off x="0" y="1755657"/>
        <a:ext cx="5400858" cy="438740"/>
      </dsp:txXfrm>
    </dsp:sp>
    <dsp:sp modelId="{D6BD650B-3BBF-45A0-BE97-421779FF4A0A}">
      <dsp:nvSpPr>
        <dsp:cNvPr id="0" name=""/>
        <dsp:cNvSpPr/>
      </dsp:nvSpPr>
      <dsp:spPr>
        <a:xfrm>
          <a:off x="0" y="2194397"/>
          <a:ext cx="540085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893040-040B-4D62-B770-B688141F47DC}">
      <dsp:nvSpPr>
        <dsp:cNvPr id="0" name=""/>
        <dsp:cNvSpPr/>
      </dsp:nvSpPr>
      <dsp:spPr>
        <a:xfrm>
          <a:off x="0" y="2194397"/>
          <a:ext cx="5400858" cy="43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REVENUE ANALYSIS…..06</a:t>
          </a:r>
        </a:p>
      </dsp:txBody>
      <dsp:txXfrm>
        <a:off x="0" y="2194397"/>
        <a:ext cx="5400858" cy="438740"/>
      </dsp:txXfrm>
    </dsp:sp>
    <dsp:sp modelId="{63A08173-360E-4C89-8EDA-53DFB14BEE60}">
      <dsp:nvSpPr>
        <dsp:cNvPr id="0" name=""/>
        <dsp:cNvSpPr/>
      </dsp:nvSpPr>
      <dsp:spPr>
        <a:xfrm>
          <a:off x="0" y="2633137"/>
          <a:ext cx="540085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5BDFEA-ECB3-41C4-B06E-0F47170D15F5}">
      <dsp:nvSpPr>
        <dsp:cNvPr id="0" name=""/>
        <dsp:cNvSpPr/>
      </dsp:nvSpPr>
      <dsp:spPr>
        <a:xfrm>
          <a:off x="0" y="2633137"/>
          <a:ext cx="5400858" cy="43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PRODUCT PERFORMANCE…..07</a:t>
          </a:r>
        </a:p>
      </dsp:txBody>
      <dsp:txXfrm>
        <a:off x="0" y="2633137"/>
        <a:ext cx="5400858" cy="438740"/>
      </dsp:txXfrm>
    </dsp:sp>
    <dsp:sp modelId="{CBBDD473-649E-46F2-92C5-E3E90643368A}">
      <dsp:nvSpPr>
        <dsp:cNvPr id="0" name=""/>
        <dsp:cNvSpPr/>
      </dsp:nvSpPr>
      <dsp:spPr>
        <a:xfrm>
          <a:off x="0" y="3071877"/>
          <a:ext cx="540085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7D2662-16CE-4837-AFDB-D9782EC2BF3E}">
      <dsp:nvSpPr>
        <dsp:cNvPr id="0" name=""/>
        <dsp:cNvSpPr/>
      </dsp:nvSpPr>
      <dsp:spPr>
        <a:xfrm>
          <a:off x="0" y="3071877"/>
          <a:ext cx="5400858" cy="43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TIME-BASED ANALYSIS…..08</a:t>
          </a:r>
        </a:p>
      </dsp:txBody>
      <dsp:txXfrm>
        <a:off x="0" y="3071877"/>
        <a:ext cx="5400858" cy="438740"/>
      </dsp:txXfrm>
    </dsp:sp>
    <dsp:sp modelId="{7F6BBA97-E1AB-4203-B66A-4F7CC638A973}">
      <dsp:nvSpPr>
        <dsp:cNvPr id="0" name=""/>
        <dsp:cNvSpPr/>
      </dsp:nvSpPr>
      <dsp:spPr>
        <a:xfrm>
          <a:off x="0" y="3510617"/>
          <a:ext cx="540085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170079-14A3-49FD-821D-2B34BC4DB725}">
      <dsp:nvSpPr>
        <dsp:cNvPr id="0" name=""/>
        <dsp:cNvSpPr/>
      </dsp:nvSpPr>
      <dsp:spPr>
        <a:xfrm>
          <a:off x="0" y="3510617"/>
          <a:ext cx="5400858" cy="43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STORES PERFORMANCES…..09</a:t>
          </a:r>
        </a:p>
      </dsp:txBody>
      <dsp:txXfrm>
        <a:off x="0" y="3510617"/>
        <a:ext cx="5400858" cy="438740"/>
      </dsp:txXfrm>
    </dsp:sp>
    <dsp:sp modelId="{70447FE9-56E9-4189-99C2-72E52B898FC2}">
      <dsp:nvSpPr>
        <dsp:cNvPr id="0" name=""/>
        <dsp:cNvSpPr/>
      </dsp:nvSpPr>
      <dsp:spPr>
        <a:xfrm>
          <a:off x="0" y="3949357"/>
          <a:ext cx="5400858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53A986-32B6-45A8-B531-5B63269C0594}">
      <dsp:nvSpPr>
        <dsp:cNvPr id="0" name=""/>
        <dsp:cNvSpPr/>
      </dsp:nvSpPr>
      <dsp:spPr>
        <a:xfrm>
          <a:off x="0" y="3949357"/>
          <a:ext cx="5400858" cy="43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KEY INSIGHTS…..10</a:t>
          </a:r>
        </a:p>
      </dsp:txBody>
      <dsp:txXfrm>
        <a:off x="0" y="3949357"/>
        <a:ext cx="5400858" cy="438740"/>
      </dsp:txXfrm>
    </dsp:sp>
    <dsp:sp modelId="{7AF02AF6-27DE-40A2-8DFA-046F7C68895D}">
      <dsp:nvSpPr>
        <dsp:cNvPr id="0" name=""/>
        <dsp:cNvSpPr/>
      </dsp:nvSpPr>
      <dsp:spPr>
        <a:xfrm>
          <a:off x="0" y="4388098"/>
          <a:ext cx="540085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8FD0EA-106D-4DA3-9935-C0F5BFA45E3C}">
      <dsp:nvSpPr>
        <dsp:cNvPr id="0" name=""/>
        <dsp:cNvSpPr/>
      </dsp:nvSpPr>
      <dsp:spPr>
        <a:xfrm>
          <a:off x="0" y="4388098"/>
          <a:ext cx="5400858" cy="43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RECOMMENDATIONS…..11</a:t>
          </a:r>
        </a:p>
      </dsp:txBody>
      <dsp:txXfrm>
        <a:off x="0" y="4388098"/>
        <a:ext cx="5400858" cy="438740"/>
      </dsp:txXfrm>
    </dsp:sp>
    <dsp:sp modelId="{01C841B4-8699-4BB7-BEE3-AD3A7908A35F}">
      <dsp:nvSpPr>
        <dsp:cNvPr id="0" name=""/>
        <dsp:cNvSpPr/>
      </dsp:nvSpPr>
      <dsp:spPr>
        <a:xfrm>
          <a:off x="0" y="4826838"/>
          <a:ext cx="540085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4E3F8-D0CD-464F-A01D-1C5FF101B916}">
      <dsp:nvSpPr>
        <dsp:cNvPr id="0" name=""/>
        <dsp:cNvSpPr/>
      </dsp:nvSpPr>
      <dsp:spPr>
        <a:xfrm>
          <a:off x="0" y="4826838"/>
          <a:ext cx="5400858" cy="43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FUTURE IMPROVEMENTS…..12</a:t>
          </a:r>
        </a:p>
      </dsp:txBody>
      <dsp:txXfrm>
        <a:off x="0" y="4826838"/>
        <a:ext cx="5400858" cy="438740"/>
      </dsp:txXfrm>
    </dsp:sp>
    <dsp:sp modelId="{630326F9-9D05-4138-8E66-4E7FD598FDED}">
      <dsp:nvSpPr>
        <dsp:cNvPr id="0" name=""/>
        <dsp:cNvSpPr/>
      </dsp:nvSpPr>
      <dsp:spPr>
        <a:xfrm>
          <a:off x="0" y="5265578"/>
          <a:ext cx="540085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7AE5A9-CC54-403A-A904-59863BE44152}">
      <dsp:nvSpPr>
        <dsp:cNvPr id="0" name=""/>
        <dsp:cNvSpPr/>
      </dsp:nvSpPr>
      <dsp:spPr>
        <a:xfrm>
          <a:off x="0" y="5265578"/>
          <a:ext cx="5400858" cy="43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CONCLUTION…..13</a:t>
          </a:r>
        </a:p>
      </dsp:txBody>
      <dsp:txXfrm>
        <a:off x="0" y="5265578"/>
        <a:ext cx="5400858" cy="4387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D4CD6D-60D7-4B09-BD33-55980ECF3894}">
      <dsp:nvSpPr>
        <dsp:cNvPr id="0" name=""/>
        <dsp:cNvSpPr/>
      </dsp:nvSpPr>
      <dsp:spPr>
        <a:xfrm>
          <a:off x="0" y="7238"/>
          <a:ext cx="5400858" cy="9263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F2B0A4-FC11-4662-B2B1-48F5F92022B8}">
      <dsp:nvSpPr>
        <dsp:cNvPr id="0" name=""/>
        <dsp:cNvSpPr/>
      </dsp:nvSpPr>
      <dsp:spPr>
        <a:xfrm>
          <a:off x="280225" y="215670"/>
          <a:ext cx="509999" cy="5095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72590D-7CF5-4B19-95E4-AC985666F1F3}">
      <dsp:nvSpPr>
        <dsp:cNvPr id="0" name=""/>
        <dsp:cNvSpPr/>
      </dsp:nvSpPr>
      <dsp:spPr>
        <a:xfrm>
          <a:off x="1070451" y="7238"/>
          <a:ext cx="3604365" cy="1244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42" tIns="131742" rIns="131742" bIns="13174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This project analyzes coffee shop sales data to identify key trends in revenue, product performance, and customer buying patterns.</a:t>
          </a:r>
        </a:p>
      </dsp:txBody>
      <dsp:txXfrm>
        <a:off x="1070451" y="7238"/>
        <a:ext cx="3604365" cy="1244805"/>
      </dsp:txXfrm>
    </dsp:sp>
    <dsp:sp modelId="{41DA5CAA-6307-4BBF-BED4-CA21E0AB853A}">
      <dsp:nvSpPr>
        <dsp:cNvPr id="0" name=""/>
        <dsp:cNvSpPr/>
      </dsp:nvSpPr>
      <dsp:spPr>
        <a:xfrm>
          <a:off x="0" y="1489149"/>
          <a:ext cx="5400858" cy="9263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6BC2F1-B1AA-42E8-A3D4-9163C0E10204}">
      <dsp:nvSpPr>
        <dsp:cNvPr id="0" name=""/>
        <dsp:cNvSpPr/>
      </dsp:nvSpPr>
      <dsp:spPr>
        <a:xfrm>
          <a:off x="280225" y="1697581"/>
          <a:ext cx="509999" cy="5095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8D04A1-11C0-42C1-8F3A-C6D9597A99F1}">
      <dsp:nvSpPr>
        <dsp:cNvPr id="0" name=""/>
        <dsp:cNvSpPr/>
      </dsp:nvSpPr>
      <dsp:spPr>
        <a:xfrm>
          <a:off x="1070451" y="1489149"/>
          <a:ext cx="3604365" cy="1244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42" tIns="131742" rIns="131742" bIns="13174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Using tools like SQL, Databricks, and Excel, the data was processed and transformed into meaningful insights.</a:t>
          </a:r>
        </a:p>
      </dsp:txBody>
      <dsp:txXfrm>
        <a:off x="1070451" y="1489149"/>
        <a:ext cx="3604365" cy="1244805"/>
      </dsp:txXfrm>
    </dsp:sp>
    <dsp:sp modelId="{10E65906-EE58-4331-9A14-5B719D299305}">
      <dsp:nvSpPr>
        <dsp:cNvPr id="0" name=""/>
        <dsp:cNvSpPr/>
      </dsp:nvSpPr>
      <dsp:spPr>
        <a:xfrm>
          <a:off x="0" y="2971060"/>
          <a:ext cx="5400858" cy="9263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43F53A-6FCB-4C53-ABF2-B43238311CD1}">
      <dsp:nvSpPr>
        <dsp:cNvPr id="0" name=""/>
        <dsp:cNvSpPr/>
      </dsp:nvSpPr>
      <dsp:spPr>
        <a:xfrm>
          <a:off x="280225" y="3179492"/>
          <a:ext cx="509999" cy="5095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7D202-4198-4983-99AB-0C7438D6ED39}">
      <dsp:nvSpPr>
        <dsp:cNvPr id="0" name=""/>
        <dsp:cNvSpPr/>
      </dsp:nvSpPr>
      <dsp:spPr>
        <a:xfrm>
          <a:off x="1070451" y="2971060"/>
          <a:ext cx="3604365" cy="1244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42" tIns="131742" rIns="131742" bIns="13174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project aims to identify high-performing products, peak sales periods, and differences in store performance. These insights are then used to provide practical recommendations that can help improve revenue, optimize operations, and enhance customer satisfaction.</a:t>
          </a:r>
        </a:p>
      </dsp:txBody>
      <dsp:txXfrm>
        <a:off x="1070451" y="2971060"/>
        <a:ext cx="3604365" cy="1244805"/>
      </dsp:txXfrm>
    </dsp:sp>
    <dsp:sp modelId="{F7DB23A1-A16E-49DD-888F-5E824D52ADD4}">
      <dsp:nvSpPr>
        <dsp:cNvPr id="0" name=""/>
        <dsp:cNvSpPr/>
      </dsp:nvSpPr>
      <dsp:spPr>
        <a:xfrm>
          <a:off x="0" y="4452971"/>
          <a:ext cx="5400858" cy="9263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7F4C3D-3607-4EF7-98BE-C2E95FA89BDC}">
      <dsp:nvSpPr>
        <dsp:cNvPr id="0" name=""/>
        <dsp:cNvSpPr/>
      </dsp:nvSpPr>
      <dsp:spPr>
        <a:xfrm>
          <a:off x="280225" y="4661403"/>
          <a:ext cx="509999" cy="5095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C34A0D-B7A0-4BE1-A57A-15FE422D5BF3}">
      <dsp:nvSpPr>
        <dsp:cNvPr id="0" name=""/>
        <dsp:cNvSpPr/>
      </dsp:nvSpPr>
      <dsp:spPr>
        <a:xfrm>
          <a:off x="1070451" y="4452971"/>
          <a:ext cx="3604365" cy="1244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42" tIns="131742" rIns="131742" bIns="13174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goal is to support better business decisions and improve overall performance.</a:t>
          </a:r>
        </a:p>
      </dsp:txBody>
      <dsp:txXfrm>
        <a:off x="1070451" y="4452971"/>
        <a:ext cx="3604365" cy="12448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0DB5C8-3D08-415F-9458-2727C176C405}">
      <dsp:nvSpPr>
        <dsp:cNvPr id="0" name=""/>
        <dsp:cNvSpPr/>
      </dsp:nvSpPr>
      <dsp:spPr>
        <a:xfrm>
          <a:off x="3594" y="0"/>
          <a:ext cx="1946002" cy="265301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Identify top-performing products and categories</a:t>
          </a:r>
        </a:p>
      </dsp:txBody>
      <dsp:txXfrm>
        <a:off x="3594" y="1008144"/>
        <a:ext cx="1946002" cy="1591807"/>
      </dsp:txXfrm>
    </dsp:sp>
    <dsp:sp modelId="{FB13AC86-FBFF-4666-ABB2-53949D1FBE56}">
      <dsp:nvSpPr>
        <dsp:cNvPr id="0" name=""/>
        <dsp:cNvSpPr/>
      </dsp:nvSpPr>
      <dsp:spPr>
        <a:xfrm>
          <a:off x="578643" y="265301"/>
          <a:ext cx="795903" cy="79590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052" tIns="12700" rIns="6205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1</a:t>
          </a:r>
        </a:p>
      </dsp:txBody>
      <dsp:txXfrm>
        <a:off x="695200" y="381858"/>
        <a:ext cx="562789" cy="562789"/>
      </dsp:txXfrm>
    </dsp:sp>
    <dsp:sp modelId="{E1AE2ACB-ADDC-4817-9537-4E44975A5885}">
      <dsp:nvSpPr>
        <dsp:cNvPr id="0" name=""/>
        <dsp:cNvSpPr/>
      </dsp:nvSpPr>
      <dsp:spPr>
        <a:xfrm>
          <a:off x="3594" y="2652940"/>
          <a:ext cx="1946002" cy="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77C4C-751C-4119-8E4B-A98152434016}">
      <dsp:nvSpPr>
        <dsp:cNvPr id="0" name=""/>
        <dsp:cNvSpPr/>
      </dsp:nvSpPr>
      <dsp:spPr>
        <a:xfrm>
          <a:off x="2144196" y="0"/>
          <a:ext cx="1946002" cy="265301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Analyze total revenue and sales trends</a:t>
          </a:r>
        </a:p>
      </dsp:txBody>
      <dsp:txXfrm>
        <a:off x="2144196" y="1008144"/>
        <a:ext cx="1946002" cy="1591807"/>
      </dsp:txXfrm>
    </dsp:sp>
    <dsp:sp modelId="{AC79F727-3660-425A-A330-48CBD8E99231}">
      <dsp:nvSpPr>
        <dsp:cNvPr id="0" name=""/>
        <dsp:cNvSpPr/>
      </dsp:nvSpPr>
      <dsp:spPr>
        <a:xfrm>
          <a:off x="2719245" y="265301"/>
          <a:ext cx="795903" cy="79590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052" tIns="12700" rIns="6205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2</a:t>
          </a:r>
        </a:p>
      </dsp:txBody>
      <dsp:txXfrm>
        <a:off x="2835802" y="381858"/>
        <a:ext cx="562789" cy="562789"/>
      </dsp:txXfrm>
    </dsp:sp>
    <dsp:sp modelId="{58A078BA-79FE-424F-958C-C349FBDA07B1}">
      <dsp:nvSpPr>
        <dsp:cNvPr id="0" name=""/>
        <dsp:cNvSpPr/>
      </dsp:nvSpPr>
      <dsp:spPr>
        <a:xfrm>
          <a:off x="2144196" y="2652940"/>
          <a:ext cx="1946002" cy="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27DC5-FC65-47A6-8472-0484E57926ED}">
      <dsp:nvSpPr>
        <dsp:cNvPr id="0" name=""/>
        <dsp:cNvSpPr/>
      </dsp:nvSpPr>
      <dsp:spPr>
        <a:xfrm>
          <a:off x="4284798" y="0"/>
          <a:ext cx="1946002" cy="265301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Determine peak sales times and customer patterns</a:t>
          </a:r>
        </a:p>
      </dsp:txBody>
      <dsp:txXfrm>
        <a:off x="4284798" y="1008144"/>
        <a:ext cx="1946002" cy="1591807"/>
      </dsp:txXfrm>
    </dsp:sp>
    <dsp:sp modelId="{BAFA06D9-F236-4AA5-8A9A-E8662FC5D62B}">
      <dsp:nvSpPr>
        <dsp:cNvPr id="0" name=""/>
        <dsp:cNvSpPr/>
      </dsp:nvSpPr>
      <dsp:spPr>
        <a:xfrm>
          <a:off x="4859848" y="265301"/>
          <a:ext cx="795903" cy="79590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052" tIns="12700" rIns="6205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3</a:t>
          </a:r>
        </a:p>
      </dsp:txBody>
      <dsp:txXfrm>
        <a:off x="4976405" y="381858"/>
        <a:ext cx="562789" cy="562789"/>
      </dsp:txXfrm>
    </dsp:sp>
    <dsp:sp modelId="{541C1BA8-20C7-47C4-B621-A234388ACB5D}">
      <dsp:nvSpPr>
        <dsp:cNvPr id="0" name=""/>
        <dsp:cNvSpPr/>
      </dsp:nvSpPr>
      <dsp:spPr>
        <a:xfrm>
          <a:off x="4284798" y="2652940"/>
          <a:ext cx="1946002" cy="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BFA973-CF5F-49DD-BA92-7B23F2101774}">
      <dsp:nvSpPr>
        <dsp:cNvPr id="0" name=""/>
        <dsp:cNvSpPr/>
      </dsp:nvSpPr>
      <dsp:spPr>
        <a:xfrm>
          <a:off x="6425401" y="0"/>
          <a:ext cx="1946002" cy="265301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Compare performance across store locations</a:t>
          </a:r>
        </a:p>
      </dsp:txBody>
      <dsp:txXfrm>
        <a:off x="6425401" y="1008144"/>
        <a:ext cx="1946002" cy="1591807"/>
      </dsp:txXfrm>
    </dsp:sp>
    <dsp:sp modelId="{69A98183-BAF4-4FB8-81C4-558A2C12245A}">
      <dsp:nvSpPr>
        <dsp:cNvPr id="0" name=""/>
        <dsp:cNvSpPr/>
      </dsp:nvSpPr>
      <dsp:spPr>
        <a:xfrm>
          <a:off x="7000450" y="265301"/>
          <a:ext cx="795903" cy="79590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052" tIns="12700" rIns="6205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4</a:t>
          </a:r>
        </a:p>
      </dsp:txBody>
      <dsp:txXfrm>
        <a:off x="7117007" y="381858"/>
        <a:ext cx="562789" cy="562789"/>
      </dsp:txXfrm>
    </dsp:sp>
    <dsp:sp modelId="{F671C563-71F7-417E-85B1-023619611FA2}">
      <dsp:nvSpPr>
        <dsp:cNvPr id="0" name=""/>
        <dsp:cNvSpPr/>
      </dsp:nvSpPr>
      <dsp:spPr>
        <a:xfrm>
          <a:off x="6425401" y="2652940"/>
          <a:ext cx="1946002" cy="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62F81E-349C-4CC9-AC7A-7FFB4471F2A1}">
      <dsp:nvSpPr>
        <dsp:cNvPr id="0" name=""/>
        <dsp:cNvSpPr/>
      </dsp:nvSpPr>
      <dsp:spPr>
        <a:xfrm>
          <a:off x="8566003" y="0"/>
          <a:ext cx="1946002" cy="265301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Provide data-driven recommendations to improve business performance</a:t>
          </a:r>
        </a:p>
      </dsp:txBody>
      <dsp:txXfrm>
        <a:off x="8566003" y="1008144"/>
        <a:ext cx="1946002" cy="1591807"/>
      </dsp:txXfrm>
    </dsp:sp>
    <dsp:sp modelId="{C3FCA982-6F07-455F-8363-4CBC47C34F59}">
      <dsp:nvSpPr>
        <dsp:cNvPr id="0" name=""/>
        <dsp:cNvSpPr/>
      </dsp:nvSpPr>
      <dsp:spPr>
        <a:xfrm>
          <a:off x="9141052" y="265301"/>
          <a:ext cx="795903" cy="79590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052" tIns="12700" rIns="6205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5</a:t>
          </a:r>
        </a:p>
      </dsp:txBody>
      <dsp:txXfrm>
        <a:off x="9257609" y="381858"/>
        <a:ext cx="562789" cy="562789"/>
      </dsp:txXfrm>
    </dsp:sp>
    <dsp:sp modelId="{C05F03D6-5EEA-4F89-841D-3C0C4341E48D}">
      <dsp:nvSpPr>
        <dsp:cNvPr id="0" name=""/>
        <dsp:cNvSpPr/>
      </dsp:nvSpPr>
      <dsp:spPr>
        <a:xfrm>
          <a:off x="8566003" y="2652940"/>
          <a:ext cx="1946002" cy="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7049D8-FD13-4148-B99E-ED107E9C91E7}">
      <dsp:nvSpPr>
        <dsp:cNvPr id="0" name=""/>
        <dsp:cNvSpPr/>
      </dsp:nvSpPr>
      <dsp:spPr>
        <a:xfrm>
          <a:off x="734731" y="323128"/>
          <a:ext cx="4449641" cy="4449641"/>
        </a:xfrm>
        <a:prstGeom prst="pie">
          <a:avLst>
            <a:gd name="adj1" fmla="val 16200000"/>
            <a:gd name="adj2" fmla="val 19285716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The dataset contains transactional sales data from a coffee shop.</a:t>
          </a:r>
        </a:p>
      </dsp:txBody>
      <dsp:txXfrm>
        <a:off x="3072382" y="736309"/>
        <a:ext cx="1059438" cy="847550"/>
      </dsp:txXfrm>
    </dsp:sp>
    <dsp:sp modelId="{6424A35A-ECE7-4D64-83A5-C418B63774CD}">
      <dsp:nvSpPr>
        <dsp:cNvPr id="0" name=""/>
        <dsp:cNvSpPr/>
      </dsp:nvSpPr>
      <dsp:spPr>
        <a:xfrm>
          <a:off x="791941" y="394640"/>
          <a:ext cx="4449641" cy="4449641"/>
        </a:xfrm>
        <a:prstGeom prst="pie">
          <a:avLst>
            <a:gd name="adj1" fmla="val 19285716"/>
            <a:gd name="adj2" fmla="val 771428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Records from a period of </a:t>
          </a:r>
          <a:r>
            <a:rPr lang="en-US" sz="700" b="1" kern="1200" dirty="0"/>
            <a:t>6</a:t>
          </a:r>
          <a:r>
            <a:rPr lang="en-US" sz="700" kern="1200" dirty="0"/>
            <a:t> months (</a:t>
          </a:r>
          <a:r>
            <a:rPr lang="en-US" sz="700" b="1" kern="1200" dirty="0"/>
            <a:t>Jan – Jun </a:t>
          </a:r>
          <a:r>
            <a:rPr lang="en-US" sz="700" kern="1200" dirty="0"/>
            <a:t>).</a:t>
          </a:r>
        </a:p>
      </dsp:txBody>
      <dsp:txXfrm>
        <a:off x="3813989" y="2007635"/>
        <a:ext cx="1218354" cy="741606"/>
      </dsp:txXfrm>
    </dsp:sp>
    <dsp:sp modelId="{ED178C8A-12DF-4601-BA16-07AA39169DDB}">
      <dsp:nvSpPr>
        <dsp:cNvPr id="0" name=""/>
        <dsp:cNvSpPr/>
      </dsp:nvSpPr>
      <dsp:spPr>
        <a:xfrm>
          <a:off x="771282" y="484693"/>
          <a:ext cx="4449641" cy="4449641"/>
        </a:xfrm>
        <a:prstGeom prst="pie">
          <a:avLst>
            <a:gd name="adj1" fmla="val 771428"/>
            <a:gd name="adj2" fmla="val 3857143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Include </a:t>
          </a:r>
          <a:r>
            <a:rPr lang="en-US" sz="700" b="1" kern="1200"/>
            <a:t>149117</a:t>
          </a:r>
          <a:r>
            <a:rPr lang="en-US" sz="700" kern="1200"/>
            <a:t> rows.</a:t>
          </a:r>
        </a:p>
      </dsp:txBody>
      <dsp:txXfrm>
        <a:off x="3628587" y="3120046"/>
        <a:ext cx="1059438" cy="821064"/>
      </dsp:txXfrm>
    </dsp:sp>
    <dsp:sp modelId="{B19F4776-6DD5-42BF-AA11-0C53571B11BA}">
      <dsp:nvSpPr>
        <dsp:cNvPr id="0" name=""/>
        <dsp:cNvSpPr/>
      </dsp:nvSpPr>
      <dsp:spPr>
        <a:xfrm>
          <a:off x="688646" y="524422"/>
          <a:ext cx="4449641" cy="4449641"/>
        </a:xfrm>
        <a:prstGeom prst="pie">
          <a:avLst>
            <a:gd name="adj1" fmla="val 3857226"/>
            <a:gd name="adj2" fmla="val 6942858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Key fields : 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/>
            <a:t>Store locations 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/>
            <a:t>Product category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/>
            <a:t>Transaction time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/>
            <a:t>Transaction Quantity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/>
            <a:t>Unit price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/>
            <a:t>Transaction date</a:t>
          </a:r>
        </a:p>
      </dsp:txBody>
      <dsp:txXfrm>
        <a:off x="2396990" y="4020568"/>
        <a:ext cx="1032952" cy="741606"/>
      </dsp:txXfrm>
    </dsp:sp>
    <dsp:sp modelId="{968344A2-FA84-45AE-9A5F-1BF5F12551CD}">
      <dsp:nvSpPr>
        <dsp:cNvPr id="0" name=""/>
        <dsp:cNvSpPr/>
      </dsp:nvSpPr>
      <dsp:spPr>
        <a:xfrm>
          <a:off x="606010" y="484693"/>
          <a:ext cx="4449641" cy="4449641"/>
        </a:xfrm>
        <a:prstGeom prst="pie">
          <a:avLst>
            <a:gd name="adj1" fmla="val 6942858"/>
            <a:gd name="adj2" fmla="val 10028574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Dataset contains </a:t>
          </a:r>
          <a:r>
            <a:rPr lang="en-US" sz="700" b="1" kern="1200"/>
            <a:t>3</a:t>
          </a:r>
          <a:r>
            <a:rPr lang="en-US" sz="700" kern="1200"/>
            <a:t> distinct store locations,</a:t>
          </a:r>
        </a:p>
      </dsp:txBody>
      <dsp:txXfrm>
        <a:off x="1138907" y="3120046"/>
        <a:ext cx="1059438" cy="821064"/>
      </dsp:txXfrm>
    </dsp:sp>
    <dsp:sp modelId="{02B868D8-5902-4E68-B0E2-8A01C8D6A672}">
      <dsp:nvSpPr>
        <dsp:cNvPr id="0" name=""/>
        <dsp:cNvSpPr/>
      </dsp:nvSpPr>
      <dsp:spPr>
        <a:xfrm>
          <a:off x="585351" y="394640"/>
          <a:ext cx="4449641" cy="4449641"/>
        </a:xfrm>
        <a:prstGeom prst="pie">
          <a:avLst>
            <a:gd name="adj1" fmla="val 10028574"/>
            <a:gd name="adj2" fmla="val 13114284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/>
            <a:t>9</a:t>
          </a:r>
          <a:r>
            <a:rPr lang="en-US" sz="700" kern="1200"/>
            <a:t> Product category</a:t>
          </a:r>
        </a:p>
      </dsp:txBody>
      <dsp:txXfrm>
        <a:off x="794590" y="2007635"/>
        <a:ext cx="1218354" cy="741606"/>
      </dsp:txXfrm>
    </dsp:sp>
    <dsp:sp modelId="{5560C2EB-EDC9-4ADF-A07B-B20FC1450F41}">
      <dsp:nvSpPr>
        <dsp:cNvPr id="0" name=""/>
        <dsp:cNvSpPr/>
      </dsp:nvSpPr>
      <dsp:spPr>
        <a:xfrm>
          <a:off x="642560" y="323128"/>
          <a:ext cx="4449641" cy="4449641"/>
        </a:xfrm>
        <a:prstGeom prst="pie">
          <a:avLst>
            <a:gd name="adj1" fmla="val 13114284"/>
            <a:gd name="adj2" fmla="val 162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A sum of R</a:t>
          </a:r>
          <a:r>
            <a:rPr lang="en-US" sz="700" b="1" kern="1200"/>
            <a:t> 698,812.33 </a:t>
          </a:r>
          <a:r>
            <a:rPr lang="en-US" sz="700" kern="1200"/>
            <a:t>total revenue.</a:t>
          </a:r>
        </a:p>
      </dsp:txBody>
      <dsp:txXfrm>
        <a:off x="1695112" y="736309"/>
        <a:ext cx="1059438" cy="847550"/>
      </dsp:txXfrm>
    </dsp:sp>
    <dsp:sp modelId="{DB6743A9-161C-4ADC-99FD-88E801479838}">
      <dsp:nvSpPr>
        <dsp:cNvPr id="0" name=""/>
        <dsp:cNvSpPr/>
      </dsp:nvSpPr>
      <dsp:spPr>
        <a:xfrm>
          <a:off x="459056" y="47674"/>
          <a:ext cx="5000549" cy="5000549"/>
        </a:xfrm>
        <a:prstGeom prst="circularArrow">
          <a:avLst>
            <a:gd name="adj1" fmla="val 5085"/>
            <a:gd name="adj2" fmla="val 327528"/>
            <a:gd name="adj3" fmla="val 18957827"/>
            <a:gd name="adj4" fmla="val 16200343"/>
            <a:gd name="adj5" fmla="val 593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06C817-3451-40E5-AB72-F20FB50B73B7}">
      <dsp:nvSpPr>
        <dsp:cNvPr id="0" name=""/>
        <dsp:cNvSpPr/>
      </dsp:nvSpPr>
      <dsp:spPr>
        <a:xfrm>
          <a:off x="516625" y="119503"/>
          <a:ext cx="5000549" cy="5000549"/>
        </a:xfrm>
        <a:prstGeom prst="circularArrow">
          <a:avLst>
            <a:gd name="adj1" fmla="val 5085"/>
            <a:gd name="adj2" fmla="val 327528"/>
            <a:gd name="adj3" fmla="val 443744"/>
            <a:gd name="adj4" fmla="val 19285776"/>
            <a:gd name="adj5" fmla="val 5932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C1F62B-6E5B-4877-9511-9D889BD50292}">
      <dsp:nvSpPr>
        <dsp:cNvPr id="0" name=""/>
        <dsp:cNvSpPr/>
      </dsp:nvSpPr>
      <dsp:spPr>
        <a:xfrm>
          <a:off x="495893" y="209346"/>
          <a:ext cx="5000549" cy="5000549"/>
        </a:xfrm>
        <a:prstGeom prst="circularArrow">
          <a:avLst>
            <a:gd name="adj1" fmla="val 5085"/>
            <a:gd name="adj2" fmla="val 327528"/>
            <a:gd name="adj3" fmla="val 3529100"/>
            <a:gd name="adj4" fmla="val 770764"/>
            <a:gd name="adj5" fmla="val 5932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DA4814-F531-42E8-B091-784EA1E0E330}">
      <dsp:nvSpPr>
        <dsp:cNvPr id="0" name=""/>
        <dsp:cNvSpPr/>
      </dsp:nvSpPr>
      <dsp:spPr>
        <a:xfrm>
          <a:off x="413192" y="248851"/>
          <a:ext cx="5000549" cy="5000549"/>
        </a:xfrm>
        <a:prstGeom prst="circularArrow">
          <a:avLst>
            <a:gd name="adj1" fmla="val 5085"/>
            <a:gd name="adj2" fmla="val 327528"/>
            <a:gd name="adj3" fmla="val 6615046"/>
            <a:gd name="adj4" fmla="val 3857426"/>
            <a:gd name="adj5" fmla="val 5932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4FE41F-0A45-401E-A8CB-F9A7B6AE263E}">
      <dsp:nvSpPr>
        <dsp:cNvPr id="0" name=""/>
        <dsp:cNvSpPr/>
      </dsp:nvSpPr>
      <dsp:spPr>
        <a:xfrm>
          <a:off x="330491" y="209346"/>
          <a:ext cx="5000549" cy="5000549"/>
        </a:xfrm>
        <a:prstGeom prst="circularArrow">
          <a:avLst>
            <a:gd name="adj1" fmla="val 5085"/>
            <a:gd name="adj2" fmla="val 327528"/>
            <a:gd name="adj3" fmla="val 9701707"/>
            <a:gd name="adj4" fmla="val 6943371"/>
            <a:gd name="adj5" fmla="val 5932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A0F879-DEEF-46EB-9C93-C5EE55DE7262}">
      <dsp:nvSpPr>
        <dsp:cNvPr id="0" name=""/>
        <dsp:cNvSpPr/>
      </dsp:nvSpPr>
      <dsp:spPr>
        <a:xfrm>
          <a:off x="309759" y="119503"/>
          <a:ext cx="5000549" cy="5000549"/>
        </a:xfrm>
        <a:prstGeom prst="circularArrow">
          <a:avLst>
            <a:gd name="adj1" fmla="val 5085"/>
            <a:gd name="adj2" fmla="val 327528"/>
            <a:gd name="adj3" fmla="val 12786695"/>
            <a:gd name="adj4" fmla="val 10028727"/>
            <a:gd name="adj5" fmla="val 593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99F00E-99CF-4151-9B69-3D10B0C679E4}">
      <dsp:nvSpPr>
        <dsp:cNvPr id="0" name=""/>
        <dsp:cNvSpPr/>
      </dsp:nvSpPr>
      <dsp:spPr>
        <a:xfrm>
          <a:off x="367328" y="47674"/>
          <a:ext cx="5000549" cy="5000549"/>
        </a:xfrm>
        <a:prstGeom prst="circularArrow">
          <a:avLst>
            <a:gd name="adj1" fmla="val 5085"/>
            <a:gd name="adj2" fmla="val 327528"/>
            <a:gd name="adj3" fmla="val 15872129"/>
            <a:gd name="adj4" fmla="val 13114645"/>
            <a:gd name="adj5" fmla="val 5932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F696AA-0124-4ADF-8BF3-023175A1EFCC}">
      <dsp:nvSpPr>
        <dsp:cNvPr id="0" name=""/>
        <dsp:cNvSpPr/>
      </dsp:nvSpPr>
      <dsp:spPr>
        <a:xfrm>
          <a:off x="478800" y="246505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F89862-BC56-4D17-8373-14490DF7F256}">
      <dsp:nvSpPr>
        <dsp:cNvPr id="0" name=""/>
        <dsp:cNvSpPr/>
      </dsp:nvSpPr>
      <dsp:spPr>
        <a:xfrm>
          <a:off x="712800" y="480505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8F684E-0653-4076-8A5E-C714B34166C4}">
      <dsp:nvSpPr>
        <dsp:cNvPr id="0" name=""/>
        <dsp:cNvSpPr/>
      </dsp:nvSpPr>
      <dsp:spPr>
        <a:xfrm>
          <a:off x="127800" y="168650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Data collected from sales transactions</a:t>
          </a:r>
        </a:p>
      </dsp:txBody>
      <dsp:txXfrm>
        <a:off x="127800" y="1686506"/>
        <a:ext cx="1800000" cy="720000"/>
      </dsp:txXfrm>
    </dsp:sp>
    <dsp:sp modelId="{E304E184-8238-45BA-BD07-59F72DDEEA6B}">
      <dsp:nvSpPr>
        <dsp:cNvPr id="0" name=""/>
        <dsp:cNvSpPr/>
      </dsp:nvSpPr>
      <dsp:spPr>
        <a:xfrm>
          <a:off x="2593800" y="246505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4621E9-162F-4BE8-9E9E-2E51E5E93627}">
      <dsp:nvSpPr>
        <dsp:cNvPr id="0" name=""/>
        <dsp:cNvSpPr/>
      </dsp:nvSpPr>
      <dsp:spPr>
        <a:xfrm>
          <a:off x="2827800" y="480505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1C268-88F4-41D1-A84C-0569E746AE05}">
      <dsp:nvSpPr>
        <dsp:cNvPr id="0" name=""/>
        <dsp:cNvSpPr/>
      </dsp:nvSpPr>
      <dsp:spPr>
        <a:xfrm>
          <a:off x="2242800" y="168650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Data cleaned and formatted for accuracy</a:t>
          </a:r>
        </a:p>
      </dsp:txBody>
      <dsp:txXfrm>
        <a:off x="2242800" y="1686506"/>
        <a:ext cx="1800000" cy="720000"/>
      </dsp:txXfrm>
    </dsp:sp>
    <dsp:sp modelId="{440AD404-8E95-4867-AF9D-8975A0759FCB}">
      <dsp:nvSpPr>
        <dsp:cNvPr id="0" name=""/>
        <dsp:cNvSpPr/>
      </dsp:nvSpPr>
      <dsp:spPr>
        <a:xfrm>
          <a:off x="4708800" y="246505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733099-DC11-4173-8116-A4DF2941D3BC}">
      <dsp:nvSpPr>
        <dsp:cNvPr id="0" name=""/>
        <dsp:cNvSpPr/>
      </dsp:nvSpPr>
      <dsp:spPr>
        <a:xfrm>
          <a:off x="4942800" y="480505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015C84-7844-4735-A416-FD11607DFF3A}">
      <dsp:nvSpPr>
        <dsp:cNvPr id="0" name=""/>
        <dsp:cNvSpPr/>
      </dsp:nvSpPr>
      <dsp:spPr>
        <a:xfrm>
          <a:off x="4357800" y="168650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Created calculated fields (e.g., total revenue, deal date)</a:t>
          </a:r>
        </a:p>
      </dsp:txBody>
      <dsp:txXfrm>
        <a:off x="4357800" y="1686506"/>
        <a:ext cx="1800000" cy="720000"/>
      </dsp:txXfrm>
    </dsp:sp>
    <dsp:sp modelId="{4ED07A01-DF50-4CA1-9B66-17E83F809700}">
      <dsp:nvSpPr>
        <dsp:cNvPr id="0" name=""/>
        <dsp:cNvSpPr/>
      </dsp:nvSpPr>
      <dsp:spPr>
        <a:xfrm>
          <a:off x="6823800" y="246505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402776-CF88-4B5A-9452-94760C047C70}">
      <dsp:nvSpPr>
        <dsp:cNvPr id="0" name=""/>
        <dsp:cNvSpPr/>
      </dsp:nvSpPr>
      <dsp:spPr>
        <a:xfrm>
          <a:off x="7057800" y="480505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906F71-46A5-403A-B611-61CCB70C424A}">
      <dsp:nvSpPr>
        <dsp:cNvPr id="0" name=""/>
        <dsp:cNvSpPr/>
      </dsp:nvSpPr>
      <dsp:spPr>
        <a:xfrm>
          <a:off x="6472800" y="168650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Analyzed data using SQL on Databricks</a:t>
          </a:r>
        </a:p>
      </dsp:txBody>
      <dsp:txXfrm>
        <a:off x="6472800" y="1686506"/>
        <a:ext cx="1800000" cy="720000"/>
      </dsp:txXfrm>
    </dsp:sp>
    <dsp:sp modelId="{F44B6F1A-D931-452B-8B0D-47F0557D14B7}">
      <dsp:nvSpPr>
        <dsp:cNvPr id="0" name=""/>
        <dsp:cNvSpPr/>
      </dsp:nvSpPr>
      <dsp:spPr>
        <a:xfrm>
          <a:off x="8938800" y="246505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AAAFD1-AFF4-49BA-9980-EC54687BFC15}">
      <dsp:nvSpPr>
        <dsp:cNvPr id="0" name=""/>
        <dsp:cNvSpPr/>
      </dsp:nvSpPr>
      <dsp:spPr>
        <a:xfrm>
          <a:off x="9172800" y="480505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8645A-6850-4A5C-9798-501B5A6B3936}">
      <dsp:nvSpPr>
        <dsp:cNvPr id="0" name=""/>
        <dsp:cNvSpPr/>
      </dsp:nvSpPr>
      <dsp:spPr>
        <a:xfrm>
          <a:off x="8587800" y="168650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Built visualizations using Excel</a:t>
          </a:r>
        </a:p>
      </dsp:txBody>
      <dsp:txXfrm>
        <a:off x="8587800" y="1686506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F1BFE0-E0D4-4F9E-8CA7-84238B3D3016}">
      <dsp:nvSpPr>
        <dsp:cNvPr id="0" name=""/>
        <dsp:cNvSpPr/>
      </dsp:nvSpPr>
      <dsp:spPr>
        <a:xfrm>
          <a:off x="0" y="4138"/>
          <a:ext cx="5826934" cy="8814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A2A2D9-EA98-4645-9B35-930B413EBFF6}">
      <dsp:nvSpPr>
        <dsp:cNvPr id="0" name=""/>
        <dsp:cNvSpPr/>
      </dsp:nvSpPr>
      <dsp:spPr>
        <a:xfrm>
          <a:off x="266649" y="202472"/>
          <a:ext cx="484817" cy="4848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A87308-1D89-4BF0-BC86-66E9E627E188}">
      <dsp:nvSpPr>
        <dsp:cNvPr id="0" name=""/>
        <dsp:cNvSpPr/>
      </dsp:nvSpPr>
      <dsp:spPr>
        <a:xfrm>
          <a:off x="1018116" y="4138"/>
          <a:ext cx="4808817" cy="881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291" tIns="93291" rIns="93291" bIns="9329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Cleaned and formatted raw data</a:t>
          </a:r>
        </a:p>
      </dsp:txBody>
      <dsp:txXfrm>
        <a:off x="1018116" y="4138"/>
        <a:ext cx="4808817" cy="881485"/>
      </dsp:txXfrm>
    </dsp:sp>
    <dsp:sp modelId="{1EA53668-11EC-46AA-B971-B636C1A9CA7F}">
      <dsp:nvSpPr>
        <dsp:cNvPr id="0" name=""/>
        <dsp:cNvSpPr/>
      </dsp:nvSpPr>
      <dsp:spPr>
        <a:xfrm>
          <a:off x="0" y="1105995"/>
          <a:ext cx="5826934" cy="8814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438B18-50DC-4B5A-AB5C-03B592DAC093}">
      <dsp:nvSpPr>
        <dsp:cNvPr id="0" name=""/>
        <dsp:cNvSpPr/>
      </dsp:nvSpPr>
      <dsp:spPr>
        <a:xfrm>
          <a:off x="266649" y="1304330"/>
          <a:ext cx="484817" cy="4848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CEC5B-C478-4071-8EF6-124EDFBB4F9A}">
      <dsp:nvSpPr>
        <dsp:cNvPr id="0" name=""/>
        <dsp:cNvSpPr/>
      </dsp:nvSpPr>
      <dsp:spPr>
        <a:xfrm>
          <a:off x="1018116" y="1105995"/>
          <a:ext cx="4808817" cy="881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291" tIns="93291" rIns="93291" bIns="9329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Fixed data types (prices, dates, quantities)</a:t>
          </a:r>
        </a:p>
      </dsp:txBody>
      <dsp:txXfrm>
        <a:off x="1018116" y="1105995"/>
        <a:ext cx="4808817" cy="881485"/>
      </dsp:txXfrm>
    </dsp:sp>
    <dsp:sp modelId="{CCE34320-61E1-49E4-BFBA-210042BE0543}">
      <dsp:nvSpPr>
        <dsp:cNvPr id="0" name=""/>
        <dsp:cNvSpPr/>
      </dsp:nvSpPr>
      <dsp:spPr>
        <a:xfrm>
          <a:off x="0" y="2207853"/>
          <a:ext cx="5826934" cy="8814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81382D-247E-4770-86E5-F48DB296CADA}">
      <dsp:nvSpPr>
        <dsp:cNvPr id="0" name=""/>
        <dsp:cNvSpPr/>
      </dsp:nvSpPr>
      <dsp:spPr>
        <a:xfrm>
          <a:off x="266649" y="2406187"/>
          <a:ext cx="484817" cy="4848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4F9845-9940-4450-8DD0-B499ED2E4F49}">
      <dsp:nvSpPr>
        <dsp:cNvPr id="0" name=""/>
        <dsp:cNvSpPr/>
      </dsp:nvSpPr>
      <dsp:spPr>
        <a:xfrm>
          <a:off x="1018116" y="2207853"/>
          <a:ext cx="4808817" cy="881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291" tIns="93291" rIns="93291" bIns="9329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Created calculated field: Total Sales = Unit Price × Quantity</a:t>
          </a:r>
        </a:p>
      </dsp:txBody>
      <dsp:txXfrm>
        <a:off x="1018116" y="2207853"/>
        <a:ext cx="4808817" cy="881485"/>
      </dsp:txXfrm>
    </dsp:sp>
    <dsp:sp modelId="{ED2E325D-C187-475C-AA13-B3D4A2BBF611}">
      <dsp:nvSpPr>
        <dsp:cNvPr id="0" name=""/>
        <dsp:cNvSpPr/>
      </dsp:nvSpPr>
      <dsp:spPr>
        <a:xfrm>
          <a:off x="0" y="3309710"/>
          <a:ext cx="5826934" cy="8814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CF8EB8-722C-4FD0-9216-A84FD4F65746}">
      <dsp:nvSpPr>
        <dsp:cNvPr id="0" name=""/>
        <dsp:cNvSpPr/>
      </dsp:nvSpPr>
      <dsp:spPr>
        <a:xfrm>
          <a:off x="266649" y="3508044"/>
          <a:ext cx="484817" cy="4848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FC3F98-6039-4CBB-95B7-54C827495501}">
      <dsp:nvSpPr>
        <dsp:cNvPr id="0" name=""/>
        <dsp:cNvSpPr/>
      </dsp:nvSpPr>
      <dsp:spPr>
        <a:xfrm>
          <a:off x="1018116" y="3309710"/>
          <a:ext cx="4808817" cy="881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291" tIns="93291" rIns="93291" bIns="9329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Extracted time features (hour, day)</a:t>
          </a:r>
        </a:p>
      </dsp:txBody>
      <dsp:txXfrm>
        <a:off x="1018116" y="3309710"/>
        <a:ext cx="4808817" cy="881485"/>
      </dsp:txXfrm>
    </dsp:sp>
    <dsp:sp modelId="{8C67D5AF-6E0E-467E-8823-395165556990}">
      <dsp:nvSpPr>
        <dsp:cNvPr id="0" name=""/>
        <dsp:cNvSpPr/>
      </dsp:nvSpPr>
      <dsp:spPr>
        <a:xfrm>
          <a:off x="0" y="4411567"/>
          <a:ext cx="5826934" cy="8814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C15B1E-5B15-43BE-9B4D-42FB99642B1A}">
      <dsp:nvSpPr>
        <dsp:cNvPr id="0" name=""/>
        <dsp:cNvSpPr/>
      </dsp:nvSpPr>
      <dsp:spPr>
        <a:xfrm>
          <a:off x="266649" y="4609902"/>
          <a:ext cx="484817" cy="4848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40012B-3350-4DC4-88FE-E81591299FEB}">
      <dsp:nvSpPr>
        <dsp:cNvPr id="0" name=""/>
        <dsp:cNvSpPr/>
      </dsp:nvSpPr>
      <dsp:spPr>
        <a:xfrm>
          <a:off x="1018116" y="4411567"/>
          <a:ext cx="4808817" cy="881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291" tIns="93291" rIns="93291" bIns="9329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Grouped data into time buckets (morning, afternoon, evening)</a:t>
          </a:r>
        </a:p>
      </dsp:txBody>
      <dsp:txXfrm>
        <a:off x="1018116" y="4411567"/>
        <a:ext cx="4808817" cy="88148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89DB53-9838-4A08-B3BC-F3DE02956179}">
      <dsp:nvSpPr>
        <dsp:cNvPr id="0" name=""/>
        <dsp:cNvSpPr/>
      </dsp:nvSpPr>
      <dsp:spPr>
        <a:xfrm>
          <a:off x="6315" y="141960"/>
          <a:ext cx="1974242" cy="236909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0" rIns="195011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Automate data processing and reporting using Databricks</a:t>
          </a:r>
        </a:p>
      </dsp:txBody>
      <dsp:txXfrm>
        <a:off x="6315" y="1089596"/>
        <a:ext cx="1974242" cy="1421454"/>
      </dsp:txXfrm>
    </dsp:sp>
    <dsp:sp modelId="{B1AEB07D-6927-483F-8A2F-01E2AA5A82E9}">
      <dsp:nvSpPr>
        <dsp:cNvPr id="0" name=""/>
        <dsp:cNvSpPr/>
      </dsp:nvSpPr>
      <dsp:spPr>
        <a:xfrm>
          <a:off x="6315" y="141960"/>
          <a:ext cx="1974242" cy="94763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165100" rIns="195011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01</a:t>
          </a:r>
        </a:p>
      </dsp:txBody>
      <dsp:txXfrm>
        <a:off x="6315" y="141960"/>
        <a:ext cx="1974242" cy="947636"/>
      </dsp:txXfrm>
    </dsp:sp>
    <dsp:sp modelId="{658825F2-3EED-4DC9-BC91-3CC2FB7D2021}">
      <dsp:nvSpPr>
        <dsp:cNvPr id="0" name=""/>
        <dsp:cNvSpPr/>
      </dsp:nvSpPr>
      <dsp:spPr>
        <a:xfrm>
          <a:off x="2138497" y="141960"/>
          <a:ext cx="1974242" cy="2369090"/>
        </a:xfrm>
        <a:prstGeom prst="rect">
          <a:avLst/>
        </a:prstGeom>
        <a:solidFill>
          <a:schemeClr val="accent5">
            <a:hueOff val="-482237"/>
            <a:satOff val="5430"/>
            <a:lumOff val="3970"/>
            <a:alphaOff val="0"/>
          </a:schemeClr>
        </a:solidFill>
        <a:ln w="12700" cap="flat" cmpd="sng" algn="ctr">
          <a:solidFill>
            <a:schemeClr val="accent5">
              <a:hueOff val="-482237"/>
              <a:satOff val="5430"/>
              <a:lumOff val="39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0" rIns="195011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Develop interactive dashboards (Power BI / Tableau)</a:t>
          </a:r>
        </a:p>
      </dsp:txBody>
      <dsp:txXfrm>
        <a:off x="2138497" y="1089596"/>
        <a:ext cx="1974242" cy="1421454"/>
      </dsp:txXfrm>
    </dsp:sp>
    <dsp:sp modelId="{787FE615-526B-4AB1-A816-010CE0577E66}">
      <dsp:nvSpPr>
        <dsp:cNvPr id="0" name=""/>
        <dsp:cNvSpPr/>
      </dsp:nvSpPr>
      <dsp:spPr>
        <a:xfrm>
          <a:off x="2138497" y="141960"/>
          <a:ext cx="1974242" cy="94763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165100" rIns="195011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02</a:t>
          </a:r>
        </a:p>
      </dsp:txBody>
      <dsp:txXfrm>
        <a:off x="2138497" y="141960"/>
        <a:ext cx="1974242" cy="947636"/>
      </dsp:txXfrm>
    </dsp:sp>
    <dsp:sp modelId="{A0C1CFB1-201E-4450-886F-97737E3F7EC0}">
      <dsp:nvSpPr>
        <dsp:cNvPr id="0" name=""/>
        <dsp:cNvSpPr/>
      </dsp:nvSpPr>
      <dsp:spPr>
        <a:xfrm>
          <a:off x="4270678" y="141960"/>
          <a:ext cx="1974242" cy="2369090"/>
        </a:xfrm>
        <a:prstGeom prst="rect">
          <a:avLst/>
        </a:prstGeom>
        <a:solidFill>
          <a:schemeClr val="accent5">
            <a:hueOff val="-964475"/>
            <a:satOff val="10860"/>
            <a:lumOff val="7941"/>
            <a:alphaOff val="0"/>
          </a:schemeClr>
        </a:solidFill>
        <a:ln w="12700" cap="flat" cmpd="sng" algn="ctr">
          <a:solidFill>
            <a:schemeClr val="accent5">
              <a:hueOff val="-964475"/>
              <a:satOff val="10860"/>
              <a:lumOff val="7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0" rIns="195011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Implement real-time sales tracking</a:t>
          </a:r>
        </a:p>
      </dsp:txBody>
      <dsp:txXfrm>
        <a:off x="4270678" y="1089596"/>
        <a:ext cx="1974242" cy="1421454"/>
      </dsp:txXfrm>
    </dsp:sp>
    <dsp:sp modelId="{10745C5A-A6C1-4861-83A8-A76E82AFDCF7}">
      <dsp:nvSpPr>
        <dsp:cNvPr id="0" name=""/>
        <dsp:cNvSpPr/>
      </dsp:nvSpPr>
      <dsp:spPr>
        <a:xfrm>
          <a:off x="4270678" y="141960"/>
          <a:ext cx="1974242" cy="94763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165100" rIns="195011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03</a:t>
          </a:r>
        </a:p>
      </dsp:txBody>
      <dsp:txXfrm>
        <a:off x="4270678" y="141960"/>
        <a:ext cx="1974242" cy="947636"/>
      </dsp:txXfrm>
    </dsp:sp>
    <dsp:sp modelId="{D433034E-F7F8-4BCD-8993-42CF316821F1}">
      <dsp:nvSpPr>
        <dsp:cNvPr id="0" name=""/>
        <dsp:cNvSpPr/>
      </dsp:nvSpPr>
      <dsp:spPr>
        <a:xfrm>
          <a:off x="6402860" y="141960"/>
          <a:ext cx="1974242" cy="2369090"/>
        </a:xfrm>
        <a:prstGeom prst="rect">
          <a:avLst/>
        </a:prstGeom>
        <a:solidFill>
          <a:schemeClr val="accent5">
            <a:hueOff val="-1446712"/>
            <a:satOff val="16290"/>
            <a:lumOff val="11911"/>
            <a:alphaOff val="0"/>
          </a:schemeClr>
        </a:solidFill>
        <a:ln w="12700" cap="flat" cmpd="sng" algn="ctr">
          <a:solidFill>
            <a:schemeClr val="accent5">
              <a:hueOff val="-1446712"/>
              <a:satOff val="16290"/>
              <a:lumOff val="1191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0" rIns="195011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Apply predictive analytics for demand forecasting</a:t>
          </a:r>
        </a:p>
      </dsp:txBody>
      <dsp:txXfrm>
        <a:off x="6402860" y="1089596"/>
        <a:ext cx="1974242" cy="1421454"/>
      </dsp:txXfrm>
    </dsp:sp>
    <dsp:sp modelId="{21C98066-2646-4AB3-83F8-B9D1CF1D56AF}">
      <dsp:nvSpPr>
        <dsp:cNvPr id="0" name=""/>
        <dsp:cNvSpPr/>
      </dsp:nvSpPr>
      <dsp:spPr>
        <a:xfrm>
          <a:off x="6402860" y="141960"/>
          <a:ext cx="1974242" cy="94763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165100" rIns="195011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04</a:t>
          </a:r>
        </a:p>
      </dsp:txBody>
      <dsp:txXfrm>
        <a:off x="6402860" y="141960"/>
        <a:ext cx="1974242" cy="947636"/>
      </dsp:txXfrm>
    </dsp:sp>
    <dsp:sp modelId="{BB1CFD20-DDB6-45AB-993F-A324094ACA8A}">
      <dsp:nvSpPr>
        <dsp:cNvPr id="0" name=""/>
        <dsp:cNvSpPr/>
      </dsp:nvSpPr>
      <dsp:spPr>
        <a:xfrm>
          <a:off x="8535042" y="141960"/>
          <a:ext cx="1974242" cy="2369090"/>
        </a:xfrm>
        <a:prstGeom prst="rect">
          <a:avLst/>
        </a:prstGeom>
        <a:solidFill>
          <a:schemeClr val="accent5">
            <a:hueOff val="-1928950"/>
            <a:satOff val="21720"/>
            <a:lumOff val="15881"/>
            <a:alphaOff val="0"/>
          </a:schemeClr>
        </a:solidFill>
        <a:ln w="12700" cap="flat" cmpd="sng" algn="ctr">
          <a:solidFill>
            <a:schemeClr val="accent5">
              <a:hueOff val="-1928950"/>
              <a:satOff val="21720"/>
              <a:lumOff val="158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0" rIns="195011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Expand analysis to include customer behavior and segmentation</a:t>
          </a:r>
        </a:p>
      </dsp:txBody>
      <dsp:txXfrm>
        <a:off x="8535042" y="1089596"/>
        <a:ext cx="1974242" cy="1421454"/>
      </dsp:txXfrm>
    </dsp:sp>
    <dsp:sp modelId="{ED4443C3-BE04-4A69-9AA7-38516F095341}">
      <dsp:nvSpPr>
        <dsp:cNvPr id="0" name=""/>
        <dsp:cNvSpPr/>
      </dsp:nvSpPr>
      <dsp:spPr>
        <a:xfrm>
          <a:off x="8535042" y="141960"/>
          <a:ext cx="1974242" cy="94763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165100" rIns="195011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05</a:t>
          </a:r>
        </a:p>
      </dsp:txBody>
      <dsp:txXfrm>
        <a:off x="8535042" y="141960"/>
        <a:ext cx="1974242" cy="947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9E49D9-8B0B-4D4F-B30A-808CDCEE88C4}" type="datetimeFigureOut">
              <a:rPr lang="en-US" smtClean="0"/>
              <a:t>31/03/2026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4F5B4-027C-4154-85C0-AA3651216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4F5B4-027C-4154-85C0-AA36512168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62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829800" cy="2387600"/>
          </a:xfrm>
        </p:spPr>
        <p:txBody>
          <a:bodyPr anchor="b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98298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9549D6DC-E1CB-4874-BF52-C3407230D20E}" type="datetime1">
              <a:rPr lang="en-US" smtClean="0"/>
              <a:t>31/03/2026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47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3E51-B7F7-4C24-B8E3-5471755DC0E0}" type="datetime1">
              <a:rPr lang="en-US" smtClean="0"/>
              <a:t>31/03/2026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331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1A59F-D956-4598-A3C1-AE72A5387751}" type="datetime1">
              <a:rPr lang="en-US" smtClean="0"/>
              <a:t>31/03/2026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743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BBD69-7BD3-4731-8064-242619E92CBE}" type="datetime1">
              <a:rPr lang="en-US" smtClean="0"/>
              <a:t>31/03/2026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67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9131"/>
            <a:ext cx="5157787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10625"/>
            <a:ext cx="5157787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9131"/>
            <a:ext cx="5183188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10625"/>
            <a:ext cx="5183188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77D9-239F-488B-9358-023C46BC7084}" type="datetime1">
              <a:rPr lang="en-US" smtClean="0"/>
              <a:t>31/03/2026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1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1C24-7140-4FDE-92F3-654C6E2D3C1C}" type="datetime1">
              <a:rPr lang="en-US" smtClean="0"/>
              <a:t>31/03/2026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6ACF-ECB9-4B5F-A429-08B8AC75E8EF}" type="datetime1">
              <a:rPr lang="en-US" smtClean="0"/>
              <a:t>31/03/2026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200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6326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31521"/>
            <a:ext cx="6172200" cy="512953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B429B-EE2A-486A-BDB9-0C848B4FAFDD}" type="datetime1">
              <a:rPr lang="en-US" smtClean="0"/>
              <a:t>31/03/2026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38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1564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7257"/>
            <a:ext cx="6172200" cy="517379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5FE4A-CB8D-40AB-BFFC-AAF37EA071CB}" type="datetime1">
              <a:rPr lang="en-US" smtClean="0"/>
              <a:t>31/03/2026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268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1D81-C4B9-4A87-89A7-22E29E6C9200}" type="datetime1">
              <a:rPr lang="en-US" smtClean="0"/>
              <a:t>31/03/2026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315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31520"/>
            <a:ext cx="2628900" cy="53780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31520"/>
            <a:ext cx="7734300" cy="53780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7718-69F7-427E-95A3-C1246AF46913}" type="datetime1">
              <a:rPr lang="en-US" smtClean="0"/>
              <a:t>31/03/2026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14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</a:extLst>
            </p:cNvPr>
            <p:cNvCxnSpPr>
              <a:cxnSpLocks/>
            </p:cNvCxnSpPr>
            <p:nvPr/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</a:extLst>
            </p:cNvPr>
            <p:cNvCxnSpPr>
              <a:cxnSpLocks/>
            </p:cNvCxnSpPr>
            <p:nvPr/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</a:extLst>
            </p:cNvPr>
            <p:cNvSpPr/>
            <p:nvPr/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</a:extLst>
            </p:cNvPr>
            <p:cNvSpPr/>
            <p:nvPr/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89408"/>
            <a:ext cx="10515600" cy="3821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0517C94-3B1E-4991-BED3-41F8B0158A00}" type="datetime1">
              <a:rPr lang="en-US" smtClean="0"/>
              <a:t>31/03/2026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467" y="3246434"/>
            <a:ext cx="628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73BAE12-D270-459D-897B-6833652BB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214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916F6374-2300-41FF-BA7E-22FADCD95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7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0864D9E-0A0C-482E-86DE-9C4E729C3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38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10FE4B-5625-1A6A-4DAC-7712139DB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726" y="579694"/>
            <a:ext cx="3910046" cy="2930269"/>
          </a:xfrm>
        </p:spPr>
        <p:txBody>
          <a:bodyPr>
            <a:normAutofit/>
          </a:bodyPr>
          <a:lstStyle/>
          <a:p>
            <a:r>
              <a:rPr lang="en-US" dirty="0"/>
              <a:t>BRIGHT COFFEE 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FA6926-81EF-6DDA-1A10-A82C98EF6A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7726" y="3602038"/>
            <a:ext cx="3910046" cy="2666800"/>
          </a:xfrm>
        </p:spPr>
        <p:txBody>
          <a:bodyPr>
            <a:normAutofit/>
          </a:bodyPr>
          <a:lstStyle/>
          <a:p>
            <a:r>
              <a:rPr lang="en-US"/>
              <a:t>SALES ANALYSIS FOR THE NEW CEO</a:t>
            </a:r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59EF20D-5821-4F54-BD14-AB7D16330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71535" y="-6437"/>
            <a:ext cx="6400800" cy="6864437"/>
            <a:chOff x="5171535" y="-6437"/>
            <a:chExt cx="6400800" cy="6864437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58C3964-BF34-4211-835A-24B827B77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581337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C498194-83A5-4CCE-AA0B-12C3FE68E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76734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B125AC6-B711-4F7C-B0D2-8369A8D671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V="1">
              <a:off x="5171535" y="0"/>
              <a:ext cx="0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543B8FC-DC9A-4AC0-BF25-85AF5B49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 descr="Espresso machine with ground coffee">
            <a:extLst>
              <a:ext uri="{FF2B5EF4-FFF2-40B4-BE49-F238E27FC236}">
                <a16:creationId xmlns:a16="http://schemas.microsoft.com/office/drawing/2014/main" id="{2369346C-8BA6-7956-6E29-80C6E86842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489" r="12070" b="3"/>
          <a:stretch>
            <a:fillRect/>
          </a:stretch>
        </p:blipFill>
        <p:spPr>
          <a:xfrm>
            <a:off x="6114301" y="913559"/>
            <a:ext cx="4480146" cy="503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3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51B63EEE-B5E3-42ED-90DF-2948123C7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667" y="4738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0DC7BE8-B819-4865-ACAD-6EE9C972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A5523E6-6E10-4D34-BF96-88ADA228C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6C47E6C-2429-4AF2-AC95-0FF7F0FCE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9008EFB-6919-4E9D-8F04-2D7A64AD4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0864A9D-4C89-4FB0-AEA3-0BF81EF1D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2D5E8D5-A3BD-4F3F-BBF2-23D23033A4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Graphic 33">
              <a:extLst>
                <a:ext uri="{FF2B5EF4-FFF2-40B4-BE49-F238E27FC236}">
                  <a16:creationId xmlns:a16="http://schemas.microsoft.com/office/drawing/2014/main" id="{4E89C936-0082-41B0-89AC-C8E2D018A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Graphic 33">
              <a:extLst>
                <a:ext uri="{FF2B5EF4-FFF2-40B4-BE49-F238E27FC236}">
                  <a16:creationId xmlns:a16="http://schemas.microsoft.com/office/drawing/2014/main" id="{E46C5BB4-19C7-4188-9A95-24E5AD0C8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37DB1-BB81-EF42-6CF8-761AC4BF5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491"/>
            <a:ext cx="4276541" cy="5705015"/>
          </a:xfrm>
        </p:spPr>
        <p:txBody>
          <a:bodyPr anchor="ctr">
            <a:normAutofit/>
          </a:bodyPr>
          <a:lstStyle/>
          <a:p>
            <a:r>
              <a:rPr lang="en-US" sz="5200"/>
              <a:t>COTENT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766CB5-3D07-3B94-8D6F-DC9F1E8A5E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4452215"/>
              </p:ext>
            </p:extLst>
          </p:nvPr>
        </p:nvGraphicFramePr>
        <p:xfrm>
          <a:off x="6147621" y="576492"/>
          <a:ext cx="5400858" cy="5705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2055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E6FDE22-1F54-452D-A9BA-1BE9FDB53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C01FB2-6D50-41C9-BE00-29B0F9925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6F4B7B-FA2C-C647-1804-3C98CC76B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491"/>
            <a:ext cx="4276541" cy="5705015"/>
          </a:xfrm>
        </p:spPr>
        <p:txBody>
          <a:bodyPr anchor="ctr">
            <a:normAutofit/>
          </a:bodyPr>
          <a:lstStyle/>
          <a:p>
            <a:r>
              <a:rPr lang="en-US" sz="5200"/>
              <a:t>01. 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3B5C20-F01A-7A04-F27D-F6A8297776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0070342"/>
              </p:ext>
            </p:extLst>
          </p:nvPr>
        </p:nvGraphicFramePr>
        <p:xfrm>
          <a:off x="6147621" y="576492"/>
          <a:ext cx="5400858" cy="5705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9588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F97B8F-C372-406F-BC40-FEBF267FD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719" y="2789105"/>
            <a:ext cx="10934171" cy="34567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F7768D-2C22-4F7C-8BCA-F460371D5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7581"/>
            <a:ext cx="12192000" cy="6881046"/>
            <a:chOff x="572" y="-7581"/>
            <a:chExt cx="12192000" cy="6881046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A282329-4807-44C6-8AF9-463180C74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45884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0F1351-48CB-424C-8A88-1B2306477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96465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40B9EBF-57BE-4E27-B9AF-D0B8E9034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44509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A53350B-5E17-48A4-8CDE-468FC9D9E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35428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Graphic 33">
              <a:extLst>
                <a:ext uri="{FF2B5EF4-FFF2-40B4-BE49-F238E27FC236}">
                  <a16:creationId xmlns:a16="http://schemas.microsoft.com/office/drawing/2014/main" id="{C673EDD6-6393-480B-B1FD-FFCC6ECD0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37174" y="-7581"/>
              <a:ext cx="3722031" cy="604044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rgbClr val="D8897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Graphic 33">
              <a:extLst>
                <a:ext uri="{FF2B5EF4-FFF2-40B4-BE49-F238E27FC236}">
                  <a16:creationId xmlns:a16="http://schemas.microsoft.com/office/drawing/2014/main" id="{849F7A27-D5D7-4A62-AD00-AD61A14E3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237174" y="6253952"/>
              <a:ext cx="3722031" cy="604044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rgbClr val="D8897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F73C03F-1144-A040-FF97-9F549C64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6524"/>
            <a:ext cx="10676934" cy="1972116"/>
          </a:xfrm>
        </p:spPr>
        <p:txBody>
          <a:bodyPr anchor="ctr">
            <a:normAutofit/>
          </a:bodyPr>
          <a:lstStyle/>
          <a:p>
            <a:r>
              <a:rPr lang="en-US" sz="5200"/>
              <a:t>02. OBJECTIVES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D77D0F5-35D0-4892-A2EA-D841FF883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34123" y="2794702"/>
            <a:ext cx="10923176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5B49E3-6608-100B-97D8-60922B554B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8370644"/>
              </p:ext>
            </p:extLst>
          </p:nvPr>
        </p:nvGraphicFramePr>
        <p:xfrm>
          <a:off x="838200" y="3143922"/>
          <a:ext cx="10515600" cy="2653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9273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E2D5FE-06AE-48C8-5276-6F194490B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1265"/>
            <a:ext cx="4114800" cy="5695398"/>
          </a:xfrm>
        </p:spPr>
        <p:txBody>
          <a:bodyPr anchor="ctr">
            <a:normAutofit/>
          </a:bodyPr>
          <a:lstStyle/>
          <a:p>
            <a:r>
              <a:rPr lang="en-US" sz="5200"/>
              <a:t>03. DATASET OVERVIEW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46307A-DFE3-4A97-B2EE-5D57DF413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6275" y="577406"/>
            <a:ext cx="6391931" cy="569539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277446-D71D-4C19-A013-95073D31A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66455" y="-6437"/>
            <a:ext cx="6405880" cy="6864437"/>
            <a:chOff x="5166455" y="-6437"/>
            <a:chExt cx="6405880" cy="6864437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C05CF5C-D74E-48AF-AAE5-61AEFB2C7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6455" y="567246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A6A4E3-DB84-4A86-933F-10273F0AE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62643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057BAF9-1A72-414E-8B1A-C58B353F1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8FCD6AB-4E6B-4F74-94C0-C14654F999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721D4A-8D6F-29BC-D2C7-0D8D10798A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2002856"/>
              </p:ext>
            </p:extLst>
          </p:nvPr>
        </p:nvGraphicFramePr>
        <p:xfrm>
          <a:off x="5461176" y="788282"/>
          <a:ext cx="5826934" cy="5297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683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F97B8F-C372-406F-BC40-FEBF267FD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719" y="2789105"/>
            <a:ext cx="10934171" cy="34567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F7768D-2C22-4F7C-8BCA-F460371D5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7581"/>
            <a:ext cx="12192000" cy="6881046"/>
            <a:chOff x="572" y="-7581"/>
            <a:chExt cx="12192000" cy="6881046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A282329-4807-44C6-8AF9-463180C74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45884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0F1351-48CB-424C-8A88-1B2306477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96465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40B9EBF-57BE-4E27-B9AF-D0B8E9034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44509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A53350B-5E17-48A4-8CDE-468FC9D9E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35428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Graphic 33">
              <a:extLst>
                <a:ext uri="{FF2B5EF4-FFF2-40B4-BE49-F238E27FC236}">
                  <a16:creationId xmlns:a16="http://schemas.microsoft.com/office/drawing/2014/main" id="{C673EDD6-6393-480B-B1FD-FFCC6ECD0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37174" y="-7581"/>
              <a:ext cx="3722031" cy="604044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rgbClr val="D8897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Graphic 33">
              <a:extLst>
                <a:ext uri="{FF2B5EF4-FFF2-40B4-BE49-F238E27FC236}">
                  <a16:creationId xmlns:a16="http://schemas.microsoft.com/office/drawing/2014/main" id="{849F7A27-D5D7-4A62-AD00-AD61A14E3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237174" y="6253952"/>
              <a:ext cx="3722031" cy="604044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rgbClr val="D8897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9FBD45D-B58F-AECA-1711-7E348B4C2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6524"/>
            <a:ext cx="10676934" cy="1972116"/>
          </a:xfrm>
        </p:spPr>
        <p:txBody>
          <a:bodyPr anchor="ctr">
            <a:normAutofit/>
          </a:bodyPr>
          <a:lstStyle/>
          <a:p>
            <a:r>
              <a:rPr lang="en-US" sz="5200"/>
              <a:t>04. METHODOLOGY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D77D0F5-35D0-4892-A2EA-D841FF883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34123" y="2794702"/>
            <a:ext cx="10923176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BAD2E3-7834-29A0-CDBC-5A33B320F0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5645530"/>
              </p:ext>
            </p:extLst>
          </p:nvPr>
        </p:nvGraphicFramePr>
        <p:xfrm>
          <a:off x="838200" y="3143922"/>
          <a:ext cx="10515600" cy="2653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8844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3972EE-6B28-7197-E2A3-BF362AE09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1336"/>
            <a:ext cx="4076910" cy="5695389"/>
          </a:xfrm>
        </p:spPr>
        <p:txBody>
          <a:bodyPr anchor="ctr">
            <a:normAutofit/>
          </a:bodyPr>
          <a:lstStyle/>
          <a:p>
            <a:r>
              <a:rPr lang="en-US" sz="5200"/>
              <a:t>05. DATA PROCESSING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500373-6BCD-49C7-86D2-7DC695C43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71535" y="-6437"/>
            <a:ext cx="6400800" cy="6864437"/>
            <a:chOff x="5171535" y="-6437"/>
            <a:chExt cx="6400800" cy="686443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C05CF5C-D74E-48AF-AAE5-61AEFB2C7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567246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5A6A4E3-DB84-4A86-933F-10273F0AE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62643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3928F34-C1F4-426C-A393-E2052F48D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90DE79-7D3C-40C4-926C-026AE2773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D943F1-CB81-0399-86DA-7F0D811E44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5528701"/>
              </p:ext>
            </p:extLst>
          </p:nvPr>
        </p:nvGraphicFramePr>
        <p:xfrm>
          <a:off x="5461176" y="788282"/>
          <a:ext cx="5826934" cy="5297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9800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EDBC9C2-2A39-44A2-9D95-D1DE9E2B1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0"/>
            <a:ext cx="12192000" cy="6857912"/>
            <a:chOff x="572" y="0"/>
            <a:chExt cx="12192000" cy="6857912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93379BC-3088-4AE8-8EF7-59370D7EB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41DE74C-25AE-4959-99D5-0A77F1DFC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D9235EF-4E81-496D-ADA8-13EED901E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7241A77-6415-454C-B86E-F42A280267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639582-136B-A051-BDDB-EF5D78DEB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4933950" cy="1596291"/>
          </a:xfrm>
        </p:spPr>
        <p:txBody>
          <a:bodyPr>
            <a:normAutofit/>
          </a:bodyPr>
          <a:lstStyle/>
          <a:p>
            <a:r>
              <a:rPr lang="en-US"/>
              <a:t>06. REVENUE ANALYSIS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5677127-BB6A-5EF9-2C35-6FC4A7AB0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196"/>
            <a:ext cx="4933950" cy="3430575"/>
          </a:xfrm>
        </p:spPr>
        <p:txBody>
          <a:bodyPr>
            <a:normAutofit/>
          </a:bodyPr>
          <a:lstStyle/>
          <a:p>
            <a:r>
              <a:rPr lang="en-US"/>
              <a:t>Hell’s Kitchen is generating the most revenue, followed by Astoria and lastly Lower Manhattan.</a:t>
            </a:r>
          </a:p>
          <a:p>
            <a:r>
              <a:rPr lang="en-US"/>
              <a:t>Total revenue from the 3 distinct store is R 698,812.33 </a:t>
            </a:r>
          </a:p>
          <a:p>
            <a:pPr marL="0" indent="0">
              <a:buNone/>
            </a:pPr>
            <a:r>
              <a:rPr lang="en-US"/>
              <a:t> </a:t>
            </a:r>
          </a:p>
          <a:p>
            <a:endParaRPr lang="en-US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32B0B7D-C67A-4103-B2F0-ACE40BD5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091410" y="574154"/>
            <a:ext cx="4590" cy="569388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4489139F-4F24-0225-64E6-C603B3FF4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260" y="2156026"/>
            <a:ext cx="4824168" cy="254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44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EDBC9C2-2A39-44A2-9D95-D1DE9E2B1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0"/>
            <a:ext cx="12192000" cy="6857912"/>
            <a:chOff x="572" y="0"/>
            <a:chExt cx="12192000" cy="685791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93379BC-3088-4AE8-8EF7-59370D7EB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41DE74C-25AE-4959-99D5-0A77F1DFC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D9235EF-4E81-496D-ADA8-13EED901E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7241A77-6415-454C-B86E-F42A280267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43BB67-974C-778B-961D-D84D4823C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4933950" cy="1596291"/>
          </a:xfrm>
        </p:spPr>
        <p:txBody>
          <a:bodyPr>
            <a:normAutofit/>
          </a:bodyPr>
          <a:lstStyle/>
          <a:p>
            <a:r>
              <a:rPr lang="en-US" dirty="0"/>
              <a:t>07. PRODUCT PERFORMANCE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5DCCB21-FFBE-AD53-F08D-6C05F959E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196"/>
            <a:ext cx="4933950" cy="3430575"/>
          </a:xfrm>
        </p:spPr>
        <p:txBody>
          <a:bodyPr>
            <a:normAutofit/>
          </a:bodyPr>
          <a:lstStyle/>
          <a:p>
            <a:r>
              <a:rPr lang="en-US"/>
              <a:t>Coffee is performing better than all the other 8  product we have in our shops, followed by Tea and Bakery.</a:t>
            </a:r>
          </a:p>
          <a:p>
            <a:r>
              <a:rPr lang="en-US"/>
              <a:t>Packaged Chocolate is the least performing in our distinct stores followed by Flavours and Loose Tea.</a:t>
            </a:r>
          </a:p>
          <a:p>
            <a:r>
              <a:rPr lang="en-US"/>
              <a:t>Average performing products are Drinking Chocolate, Coffee Beans and Branded. 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32B0B7D-C67A-4103-B2F0-ACE40BD5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091410" y="574154"/>
            <a:ext cx="4590" cy="569388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A3359D-1ABC-C2F6-EC99-C791CBE8A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260" y="1938939"/>
            <a:ext cx="4824168" cy="297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482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EDBC9C2-2A39-44A2-9D95-D1DE9E2B1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0"/>
            <a:ext cx="12192000" cy="6857912"/>
            <a:chOff x="572" y="0"/>
            <a:chExt cx="12192000" cy="685791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93379BC-3088-4AE8-8EF7-59370D7EB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41DE74C-25AE-4959-99D5-0A77F1DFC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D9235EF-4E81-496D-ADA8-13EED901E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7241A77-6415-454C-B86E-F42A280267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00C8FB8-A621-C241-F56E-3F03DC06E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4933950" cy="1596291"/>
          </a:xfrm>
        </p:spPr>
        <p:txBody>
          <a:bodyPr>
            <a:normAutofit/>
          </a:bodyPr>
          <a:lstStyle/>
          <a:p>
            <a:r>
              <a:rPr lang="en-US" dirty="0"/>
              <a:t>08. TIME-BASED ANALYSIS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576F5FD-755A-1978-C050-40A2B086F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196"/>
            <a:ext cx="4933950" cy="3430575"/>
          </a:xfrm>
        </p:spPr>
        <p:txBody>
          <a:bodyPr>
            <a:normAutofit/>
          </a:bodyPr>
          <a:lstStyle/>
          <a:p>
            <a:r>
              <a:rPr lang="en-US" dirty="0"/>
              <a:t>Most sales are made in the morning as it presents in the line graph,</a:t>
            </a:r>
          </a:p>
          <a:p>
            <a:r>
              <a:rPr lang="en-US" dirty="0"/>
              <a:t>Second best performing time of the day is during Lunch time,</a:t>
            </a:r>
          </a:p>
          <a:p>
            <a:r>
              <a:rPr lang="en-US" dirty="0"/>
              <a:t>Average sales are between Lunch time and Evening</a:t>
            </a:r>
          </a:p>
          <a:p>
            <a:r>
              <a:rPr lang="en-US" dirty="0"/>
              <a:t>Afternoons the sales drops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32B0B7D-C67A-4103-B2F0-ACE40BD5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091410" y="574154"/>
            <a:ext cx="4590" cy="569388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66F1D0-F4AA-82DD-ADDB-FB1CC1799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260" y="1905001"/>
            <a:ext cx="4824168" cy="303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521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EDBC9C2-2A39-44A2-9D95-D1DE9E2B1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0"/>
            <a:ext cx="12192000" cy="6857912"/>
            <a:chOff x="572" y="0"/>
            <a:chExt cx="12192000" cy="685791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93379BC-3088-4AE8-8EF7-59370D7EB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41DE74C-25AE-4959-99D5-0A77F1DFC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D9235EF-4E81-496D-ADA8-13EED901E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7241A77-6415-454C-B86E-F42A280267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F2CC6C9-E12A-943B-66F1-794274EE9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4933950" cy="1596291"/>
          </a:xfrm>
        </p:spPr>
        <p:txBody>
          <a:bodyPr>
            <a:normAutofit/>
          </a:bodyPr>
          <a:lstStyle/>
          <a:p>
            <a:r>
              <a:rPr lang="en-US" dirty="0"/>
              <a:t>09. STORE PERFORMANCE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5DBA09B-E491-47C4-411C-0FCEFC76C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196"/>
            <a:ext cx="4933950" cy="3430575"/>
          </a:xfrm>
        </p:spPr>
        <p:txBody>
          <a:bodyPr>
            <a:normAutofit/>
          </a:bodyPr>
          <a:lstStyle/>
          <a:p>
            <a:r>
              <a:rPr lang="en-US" dirty="0"/>
              <a:t>Hell’s Kitchen coffee shop perform better than the other stores as it contributes 34% of revenue </a:t>
            </a:r>
          </a:p>
          <a:p>
            <a:r>
              <a:rPr lang="en-US" dirty="0"/>
              <a:t>Both Astoria and Lower Manhattan contributes 33% of revenue.</a:t>
            </a:r>
          </a:p>
          <a:p>
            <a:r>
              <a:rPr lang="en-US" dirty="0"/>
              <a:t>The last graph shows the performance of all 3 distinct stores per product category.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32B0B7D-C67A-4103-B2F0-ACE40BD5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091410" y="574154"/>
            <a:ext cx="4590" cy="569388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C15FC9-F7C4-DBB8-44C7-DB67C3D95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812" y="727323"/>
            <a:ext cx="4814988" cy="2652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8A9EC7-286C-08C3-6D0B-19C2BD13C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812" y="3477296"/>
            <a:ext cx="4814988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421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EDBC9C2-2A39-44A2-9D95-D1DE9E2B1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0"/>
            <a:ext cx="12192000" cy="6857912"/>
            <a:chOff x="572" y="0"/>
            <a:chExt cx="12192000" cy="6857912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93379BC-3088-4AE8-8EF7-59370D7EB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41DE74C-25AE-4959-99D5-0A77F1DFC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D9235EF-4E81-496D-ADA8-13EED901E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7241A77-6415-454C-B86E-F42A280267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1D2863E-8826-7B69-F4F6-99804499D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4933950" cy="1596291"/>
          </a:xfrm>
        </p:spPr>
        <p:txBody>
          <a:bodyPr>
            <a:normAutofit/>
          </a:bodyPr>
          <a:lstStyle/>
          <a:p>
            <a:r>
              <a:rPr lang="en-US" dirty="0"/>
              <a:t>10. KEY INSIGHT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02141-D0E9-DE8E-8D97-0E75A9E45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0278"/>
            <a:ext cx="5029200" cy="3664494"/>
          </a:xfrm>
        </p:spPr>
        <p:txBody>
          <a:bodyPr>
            <a:normAutofit/>
          </a:bodyPr>
          <a:lstStyle/>
          <a:p>
            <a:r>
              <a:rPr lang="en-US" dirty="0"/>
              <a:t>Coffee, Tea &amp; bakery contribute the majority of revenue</a:t>
            </a:r>
          </a:p>
          <a:p>
            <a:r>
              <a:rPr lang="en-US" dirty="0"/>
              <a:t>Morning hours generate the highest sales</a:t>
            </a:r>
          </a:p>
          <a:p>
            <a:r>
              <a:rPr lang="en-US" dirty="0"/>
              <a:t>Hell’s kitchen outperform Astoria &amp; Lower Manhattan, as a result more attention should be given to Lower Manhattan as it is the only store with the list sales. </a:t>
            </a:r>
          </a:p>
          <a:p>
            <a:r>
              <a:rPr lang="en-US" dirty="0"/>
              <a:t>Run promotions on low performing products on the Coffee Shop.</a:t>
            </a:r>
          </a:p>
          <a:p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32B0B7D-C67A-4103-B2F0-ACE40BD5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091410" y="574154"/>
            <a:ext cx="4590" cy="569388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F1366D4-43C8-87D4-4C6D-904FCA472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260" y="2097270"/>
            <a:ext cx="4824168" cy="266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793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742EE-7149-8D5A-5B80-6133AC2E0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11. RECOMMENDATIONS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99510-CC4F-563E-A7D2-59A358DA0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 stock for </a:t>
            </a:r>
            <a:r>
              <a:rPr lang="en-US" dirty="0" err="1"/>
              <a:t>for</a:t>
            </a:r>
            <a:r>
              <a:rPr lang="en-US" dirty="0"/>
              <a:t> Coffee, Tea &amp; Bakery since they are in demand </a:t>
            </a:r>
          </a:p>
          <a:p>
            <a:r>
              <a:rPr lang="en-US" dirty="0"/>
              <a:t>Optimize staffing during peak hours</a:t>
            </a:r>
          </a:p>
          <a:p>
            <a:r>
              <a:rPr lang="en-US" dirty="0"/>
              <a:t>Support low-performing stores with strategy changes</a:t>
            </a:r>
          </a:p>
          <a:p>
            <a:r>
              <a:rPr lang="en-US" dirty="0"/>
              <a:t>Promotions to improve sales,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Run buy one get one free on poor performing products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Combo deal on off-peak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Peak hours → Morning specials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Slow hours → Happy hour deals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Top products → Combo deals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Low products → Discounts</a:t>
            </a:r>
          </a:p>
        </p:txBody>
      </p:sp>
    </p:spTree>
    <p:extLst>
      <p:ext uri="{BB962C8B-B14F-4D97-AF65-F5344CB8AC3E}">
        <p14:creationId xmlns:p14="http://schemas.microsoft.com/office/powerpoint/2010/main" val="3921479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F97B8F-C372-406F-BC40-FEBF267FD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719" y="2789105"/>
            <a:ext cx="10934171" cy="34567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F7768D-2C22-4F7C-8BCA-F460371D5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7581"/>
            <a:ext cx="12192000" cy="6881046"/>
            <a:chOff x="572" y="-7581"/>
            <a:chExt cx="12192000" cy="6881046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A282329-4807-44C6-8AF9-463180C74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45884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0F1351-48CB-424C-8A88-1B2306477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96465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40B9EBF-57BE-4E27-B9AF-D0B8E9034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44509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A53350B-5E17-48A4-8CDE-468FC9D9E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35428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Graphic 33">
              <a:extLst>
                <a:ext uri="{FF2B5EF4-FFF2-40B4-BE49-F238E27FC236}">
                  <a16:creationId xmlns:a16="http://schemas.microsoft.com/office/drawing/2014/main" id="{C673EDD6-6393-480B-B1FD-FFCC6ECD0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37174" y="-7581"/>
              <a:ext cx="3722031" cy="604044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rgbClr val="D8897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Graphic 33">
              <a:extLst>
                <a:ext uri="{FF2B5EF4-FFF2-40B4-BE49-F238E27FC236}">
                  <a16:creationId xmlns:a16="http://schemas.microsoft.com/office/drawing/2014/main" id="{849F7A27-D5D7-4A62-AD00-AD61A14E3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237174" y="6253952"/>
              <a:ext cx="3722031" cy="604044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rgbClr val="D8897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A6F46AA-3685-D4D0-F648-B37DBDD85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6524"/>
            <a:ext cx="10676934" cy="1972116"/>
          </a:xfrm>
        </p:spPr>
        <p:txBody>
          <a:bodyPr anchor="ctr">
            <a:normAutofit/>
          </a:bodyPr>
          <a:lstStyle/>
          <a:p>
            <a:r>
              <a:rPr lang="en-US" sz="5200"/>
              <a:t>12. FUTURE IMPROVEMENTS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D77D0F5-35D0-4892-A2EA-D841FF883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34123" y="2794702"/>
            <a:ext cx="10923176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5375CC-9BEB-EE70-2DB0-38AC9B5566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6843319"/>
              </p:ext>
            </p:extLst>
          </p:nvPr>
        </p:nvGraphicFramePr>
        <p:xfrm>
          <a:off x="838200" y="3143922"/>
          <a:ext cx="10515600" cy="2653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4982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227E01C-3721-40E1-89B1-A36800C34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3EA50C-9047-40D9-AC97-30AFC62E9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1191C3E-29A4-488E-89F5-8FA0F707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0269" y="-15381"/>
            <a:ext cx="10933011" cy="6880178"/>
            <a:chOff x="630269" y="-15381"/>
            <a:chExt cx="10933011" cy="688017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15A68DD-C28F-4D8D-AD04-1D84644164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V="1">
              <a:off x="2193087" y="0"/>
              <a:ext cx="0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F28ADE5-CCDE-4A48-9BC9-387ADD3B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6729241" y="3413575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FD6405F-BE54-4E53-9AB3-43E7EAA34B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30269" y="3413532"/>
              <a:ext cx="2585819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B789F75-CE96-48CA-96F0-0BC5B02BD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75913" y="3413529"/>
              <a:ext cx="258736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7FF7548-C939-4C7F-8DA7-AEE171438F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35841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Graphic 11">
              <a:extLst>
                <a:ext uri="{FF2B5EF4-FFF2-40B4-BE49-F238E27FC236}">
                  <a16:creationId xmlns:a16="http://schemas.microsoft.com/office/drawing/2014/main" id="{5299B37B-E6B7-41B7-BEC0-B0AB139CE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2063" y="702002"/>
              <a:ext cx="5759819" cy="6155995"/>
            </a:xfrm>
            <a:custGeom>
              <a:avLst/>
              <a:gdLst>
                <a:gd name="connsiteX0" fmla="*/ 0 w 4320540"/>
                <a:gd name="connsiteY0" fmla="*/ 4617720 h 4617719"/>
                <a:gd name="connsiteX1" fmla="*/ 0 w 4320540"/>
                <a:gd name="connsiteY1" fmla="*/ 4268439 h 4617719"/>
                <a:gd name="connsiteX2" fmla="*/ 0 w 4320540"/>
                <a:gd name="connsiteY2" fmla="*/ 2052352 h 4617719"/>
                <a:gd name="connsiteX3" fmla="*/ 2160270 w 4320540"/>
                <a:gd name="connsiteY3" fmla="*/ 0 h 4617719"/>
                <a:gd name="connsiteX4" fmla="*/ 2160270 w 4320540"/>
                <a:gd name="connsiteY4" fmla="*/ 0 h 4617719"/>
                <a:gd name="connsiteX5" fmla="*/ 4320540 w 4320540"/>
                <a:gd name="connsiteY5" fmla="*/ 2052352 h 4617719"/>
                <a:gd name="connsiteX6" fmla="*/ 4320540 w 4320540"/>
                <a:gd name="connsiteY6" fmla="*/ 2782443 h 4617719"/>
                <a:gd name="connsiteX7" fmla="*/ 4320540 w 4320540"/>
                <a:gd name="connsiteY7" fmla="*/ 4617720 h 4617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20540" h="4617719">
                  <a:moveTo>
                    <a:pt x="0" y="4617720"/>
                  </a:moveTo>
                  <a:lnTo>
                    <a:pt x="0" y="4268439"/>
                  </a:lnTo>
                  <a:lnTo>
                    <a:pt x="0" y="2052352"/>
                  </a:lnTo>
                  <a:cubicBezTo>
                    <a:pt x="0" y="918877"/>
                    <a:pt x="967169" y="0"/>
                    <a:pt x="2160270" y="0"/>
                  </a:cubicBezTo>
                  <a:lnTo>
                    <a:pt x="2160270" y="0"/>
                  </a:lnTo>
                  <a:cubicBezTo>
                    <a:pt x="3353372" y="0"/>
                    <a:pt x="4320540" y="918877"/>
                    <a:pt x="4320540" y="2052352"/>
                  </a:cubicBezTo>
                  <a:lnTo>
                    <a:pt x="4320540" y="2782443"/>
                  </a:lnTo>
                  <a:lnTo>
                    <a:pt x="4320540" y="4617720"/>
                  </a:ln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C02E633-BBFB-4B84-A702-1F4B65D82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35428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3D31682-B285-48EC-632B-E254C225F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5360" y="1880805"/>
            <a:ext cx="5313674" cy="1548191"/>
          </a:xfrm>
        </p:spPr>
        <p:txBody>
          <a:bodyPr anchor="b">
            <a:normAutofit/>
          </a:bodyPr>
          <a:lstStyle/>
          <a:p>
            <a:pPr algn="ctr"/>
            <a:r>
              <a:rPr lang="en-US"/>
              <a:t>13.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34315-425C-569B-920D-DA6C68B2E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0832" y="3657600"/>
            <a:ext cx="5313674" cy="260604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endParaRPr lang="en-US" sz="1500"/>
          </a:p>
          <a:p>
            <a:pPr marL="0" indent="0" algn="ctr">
              <a:lnSpc>
                <a:spcPct val="100000"/>
              </a:lnSpc>
              <a:buNone/>
            </a:pPr>
            <a:endParaRPr lang="en-US" sz="1500"/>
          </a:p>
          <a:p>
            <a:pPr marL="0" indent="0" algn="ctr">
              <a:lnSpc>
                <a:spcPct val="100000"/>
              </a:lnSpc>
              <a:buNone/>
            </a:pPr>
            <a:endParaRPr lang="en-US" sz="150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00"/>
              <a:t>In conclusion, this analysis has shown that by focusing on key products, optimizing peak-hour operations, and improving underperforming areas, the business can increase revenue and operate more efficiently. Data-driven decision-making will be essential for sustainable growth</a:t>
            </a:r>
          </a:p>
        </p:txBody>
      </p:sp>
    </p:spTree>
    <p:extLst>
      <p:ext uri="{BB962C8B-B14F-4D97-AF65-F5344CB8AC3E}">
        <p14:creationId xmlns:p14="http://schemas.microsoft.com/office/powerpoint/2010/main" val="1311689448"/>
      </p:ext>
    </p:extLst>
  </p:cSld>
  <p:clrMapOvr>
    <a:masterClrMapping/>
  </p:clrMapOvr>
</p:sld>
</file>

<file path=ppt/theme/theme1.xml><?xml version="1.0" encoding="utf-8"?>
<a:theme xmlns:a="http://schemas.openxmlformats.org/drawingml/2006/main" name="ArchVTI">
  <a:themeElements>
    <a:clrScheme name="Custom 42">
      <a:dk1>
        <a:sysClr val="windowText" lastClr="000000"/>
      </a:dk1>
      <a:lt1>
        <a:sysClr val="window" lastClr="FFFFFF"/>
      </a:lt1>
      <a:dk2>
        <a:srgbClr val="642626"/>
      </a:dk2>
      <a:lt2>
        <a:srgbClr val="F3F0E9"/>
      </a:lt2>
      <a:accent1>
        <a:srgbClr val="556D6F"/>
      </a:accent1>
      <a:accent2>
        <a:srgbClr val="C05050"/>
      </a:accent2>
      <a:accent3>
        <a:srgbClr val="BF873A"/>
      </a:accent3>
      <a:accent4>
        <a:srgbClr val="D8897E"/>
      </a:accent4>
      <a:accent5>
        <a:srgbClr val="A4976B"/>
      </a:accent5>
      <a:accent6>
        <a:srgbClr val="D49D8C"/>
      </a:accent6>
      <a:hlink>
        <a:srgbClr val="D13D6E"/>
      </a:hlink>
      <a:folHlink>
        <a:srgbClr val="6C9D92"/>
      </a:folHlink>
    </a:clrScheme>
    <a:fontScheme name="Custom 16">
      <a:majorFont>
        <a:latin typeface="Footlight MT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VTI" id="{23FE938F-4DF0-4C94-8546-C2AC6D26660D}" vid="{62E62DA1-385F-4EE3-8841-58A87FAE20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740</Words>
  <Application>Microsoft Office PowerPoint</Application>
  <PresentationFormat>Widescreen</PresentationFormat>
  <Paragraphs>108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Avenir Next LT Pro</vt:lpstr>
      <vt:lpstr>Footlight MT Light</vt:lpstr>
      <vt:lpstr>ArchVTI</vt:lpstr>
      <vt:lpstr>BRIGHT COFFEE SHOP</vt:lpstr>
      <vt:lpstr>COTENT </vt:lpstr>
      <vt:lpstr>01. PROJECT OVERVIEW</vt:lpstr>
      <vt:lpstr>02. OBJECTIVES </vt:lpstr>
      <vt:lpstr>03. DATASET OVERVIEW </vt:lpstr>
      <vt:lpstr>04. METHODOLOGY</vt:lpstr>
      <vt:lpstr>05. DATA PROCESSING </vt:lpstr>
      <vt:lpstr>06. REVENUE ANALYSIS</vt:lpstr>
      <vt:lpstr>07. PRODUCT PERFORMANCE </vt:lpstr>
      <vt:lpstr>08. TIME-BASED ANALYSIS</vt:lpstr>
      <vt:lpstr>09. STORE PERFORMANCE </vt:lpstr>
      <vt:lpstr>10. KEY INSIGHT </vt:lpstr>
      <vt:lpstr>11. RECOMMENDATIONS </vt:lpstr>
      <vt:lpstr>12. FUTURE IMPROVEMENTS </vt:lpstr>
      <vt:lpstr>13.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Molefe | Tengwa Africa</dc:creator>
  <cp:lastModifiedBy>David Molefe | Tengwa Africa</cp:lastModifiedBy>
  <cp:revision>4</cp:revision>
  <dcterms:created xsi:type="dcterms:W3CDTF">2026-03-30T22:11:57Z</dcterms:created>
  <dcterms:modified xsi:type="dcterms:W3CDTF">2026-03-31T10:29:29Z</dcterms:modified>
</cp:coreProperties>
</file>